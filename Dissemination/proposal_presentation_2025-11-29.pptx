
<file path=[Content_Types].xml><?xml version="1.0" encoding="utf-8"?>
<Types xmlns="http://schemas.openxmlformats.org/package/2006/content-types">
  <Default Extension="docx" ContentType="application/vnd.openxmlformats-officedocument.wordprocessingml.documen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omments/modernComment_114_FDF70897.xml" ContentType="application/vnd.ms-powerpoint.comment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2"/>
  </p:notesMasterIdLst>
  <p:sldIdLst>
    <p:sldId id="278" r:id="rId2"/>
    <p:sldId id="256" r:id="rId3"/>
    <p:sldId id="280" r:id="rId4"/>
    <p:sldId id="282" r:id="rId5"/>
    <p:sldId id="257" r:id="rId6"/>
    <p:sldId id="306" r:id="rId7"/>
    <p:sldId id="305" r:id="rId8"/>
    <p:sldId id="279" r:id="rId9"/>
    <p:sldId id="284" r:id="rId10"/>
    <p:sldId id="286" r:id="rId11"/>
    <p:sldId id="281" r:id="rId12"/>
    <p:sldId id="299" r:id="rId13"/>
    <p:sldId id="300" r:id="rId14"/>
    <p:sldId id="301" r:id="rId15"/>
    <p:sldId id="302" r:id="rId16"/>
    <p:sldId id="303" r:id="rId17"/>
    <p:sldId id="298" r:id="rId18"/>
    <p:sldId id="304" r:id="rId19"/>
    <p:sldId id="287" r:id="rId20"/>
    <p:sldId id="288" r:id="rId21"/>
    <p:sldId id="261" r:id="rId22"/>
    <p:sldId id="276" r:id="rId23"/>
    <p:sldId id="262" r:id="rId24"/>
    <p:sldId id="277" r:id="rId25"/>
    <p:sldId id="289" r:id="rId26"/>
    <p:sldId id="290" r:id="rId27"/>
    <p:sldId id="296" r:id="rId28"/>
    <p:sldId id="291" r:id="rId29"/>
    <p:sldId id="310" r:id="rId30"/>
    <p:sldId id="311" r:id="rId31"/>
    <p:sldId id="312" r:id="rId32"/>
    <p:sldId id="267" r:id="rId33"/>
    <p:sldId id="293" r:id="rId34"/>
    <p:sldId id="263" r:id="rId35"/>
    <p:sldId id="292" r:id="rId36"/>
    <p:sldId id="294" r:id="rId37"/>
    <p:sldId id="314" r:id="rId38"/>
    <p:sldId id="295" r:id="rId39"/>
    <p:sldId id="308" r:id="rId40"/>
    <p:sldId id="264" r:id="rId41"/>
    <p:sldId id="309" r:id="rId42"/>
    <p:sldId id="307" r:id="rId43"/>
    <p:sldId id="265" r:id="rId44"/>
    <p:sldId id="268" r:id="rId45"/>
    <p:sldId id="269" r:id="rId46"/>
    <p:sldId id="270" r:id="rId47"/>
    <p:sldId id="313" r:id="rId48"/>
    <p:sldId id="271" r:id="rId49"/>
    <p:sldId id="272" r:id="rId50"/>
    <p:sldId id="273" r:id="rId5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210C580-3026-9AF9-79BE-A7B04CD2095D}" name="Wiggins, Kimberly" initials="KW" userId="S::kimberly.wiggins@cuanschutz.edu::23e41ff0-8327-47b3-bfa5-f65afc7e2c9d"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E76D498-5294-4E3A-8E08-6C456194B016}" v="630" dt="2025-12-02T18:25:24.39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8" Type="http://schemas.microsoft.com/office/2015/10/relationships/revisionInfo" Target="revisionInfo.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microsoft.com/office/2018/10/relationships/authors" Target="author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6/11/relationships/changesInfo" Target="changesInfos/changesInfo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iggins, Kimberly" userId="23e41ff0-8327-47b3-bfa5-f65afc7e2c9d" providerId="ADAL" clId="{2FE24EDE-2745-44CB-A5E8-BC5A52456997}"/>
    <pc:docChg chg="undo custSel addSld delSld modSld sldOrd">
      <pc:chgData name="Wiggins, Kimberly" userId="23e41ff0-8327-47b3-bfa5-f65afc7e2c9d" providerId="ADAL" clId="{2FE24EDE-2745-44CB-A5E8-BC5A52456997}" dt="2025-11-30T19:20:22.947" v="12575" actId="14100"/>
      <pc:docMkLst>
        <pc:docMk/>
      </pc:docMkLst>
      <pc:sldChg chg="modSp mod">
        <pc:chgData name="Wiggins, Kimberly" userId="23e41ff0-8327-47b3-bfa5-f65afc7e2c9d" providerId="ADAL" clId="{2FE24EDE-2745-44CB-A5E8-BC5A52456997}" dt="2025-11-30T18:37:05.926" v="7327" actId="20577"/>
        <pc:sldMkLst>
          <pc:docMk/>
          <pc:sldMk cId="0" sldId="257"/>
        </pc:sldMkLst>
        <pc:spChg chg="mod">
          <ac:chgData name="Wiggins, Kimberly" userId="23e41ff0-8327-47b3-bfa5-f65afc7e2c9d" providerId="ADAL" clId="{2FE24EDE-2745-44CB-A5E8-BC5A52456997}" dt="2025-11-30T18:37:05.926" v="7327" actId="20577"/>
          <ac:spMkLst>
            <pc:docMk/>
            <pc:sldMk cId="0" sldId="257"/>
            <ac:spMk id="3" creationId="{00000000-0000-0000-0000-000000000000}"/>
          </ac:spMkLst>
        </pc:spChg>
      </pc:sldChg>
      <pc:sldChg chg="addSp modSp mod ord modNotesTx">
        <pc:chgData name="Wiggins, Kimberly" userId="23e41ff0-8327-47b3-bfa5-f65afc7e2c9d" providerId="ADAL" clId="{2FE24EDE-2745-44CB-A5E8-BC5A52456997}" dt="2025-11-30T18:36:56.186" v="7318"/>
        <pc:sldMkLst>
          <pc:docMk/>
          <pc:sldMk cId="0" sldId="258"/>
        </pc:sldMkLst>
        <pc:spChg chg="add mod">
          <ac:chgData name="Wiggins, Kimberly" userId="23e41ff0-8327-47b3-bfa5-f65afc7e2c9d" providerId="ADAL" clId="{2FE24EDE-2745-44CB-A5E8-BC5A52456997}" dt="2025-11-30T17:37:39.628" v="1371" actId="14861"/>
          <ac:spMkLst>
            <pc:docMk/>
            <pc:sldMk cId="0" sldId="258"/>
            <ac:spMk id="4" creationId="{4EEE6D09-7FFE-4638-8EC4-A07DDF3F7E8B}"/>
          </ac:spMkLst>
        </pc:spChg>
      </pc:sldChg>
      <pc:sldChg chg="del">
        <pc:chgData name="Wiggins, Kimberly" userId="23e41ff0-8327-47b3-bfa5-f65afc7e2c9d" providerId="ADAL" clId="{2FE24EDE-2745-44CB-A5E8-BC5A52456997}" dt="2025-11-30T18:59:37.040" v="10417" actId="47"/>
        <pc:sldMkLst>
          <pc:docMk/>
          <pc:sldMk cId="0" sldId="259"/>
        </pc:sldMkLst>
      </pc:sldChg>
      <pc:sldChg chg="del">
        <pc:chgData name="Wiggins, Kimberly" userId="23e41ff0-8327-47b3-bfa5-f65afc7e2c9d" providerId="ADAL" clId="{2FE24EDE-2745-44CB-A5E8-BC5A52456997}" dt="2025-11-30T18:59:40.853" v="10418" actId="47"/>
        <pc:sldMkLst>
          <pc:docMk/>
          <pc:sldMk cId="0" sldId="260"/>
        </pc:sldMkLst>
      </pc:sldChg>
      <pc:sldChg chg="modSp mod">
        <pc:chgData name="Wiggins, Kimberly" userId="23e41ff0-8327-47b3-bfa5-f65afc7e2c9d" providerId="ADAL" clId="{2FE24EDE-2745-44CB-A5E8-BC5A52456997}" dt="2025-11-30T18:00:44.381" v="3102" actId="20577"/>
        <pc:sldMkLst>
          <pc:docMk/>
          <pc:sldMk cId="0" sldId="261"/>
        </pc:sldMkLst>
        <pc:spChg chg="mod">
          <ac:chgData name="Wiggins, Kimberly" userId="23e41ff0-8327-47b3-bfa5-f65afc7e2c9d" providerId="ADAL" clId="{2FE24EDE-2745-44CB-A5E8-BC5A52456997}" dt="2025-11-30T18:00:44.381" v="3102" actId="20577"/>
          <ac:spMkLst>
            <pc:docMk/>
            <pc:sldMk cId="0" sldId="261"/>
            <ac:spMk id="2" creationId="{00000000-0000-0000-0000-000000000000}"/>
          </ac:spMkLst>
        </pc:spChg>
      </pc:sldChg>
      <pc:sldChg chg="modSp mod">
        <pc:chgData name="Wiggins, Kimberly" userId="23e41ff0-8327-47b3-bfa5-f65afc7e2c9d" providerId="ADAL" clId="{2FE24EDE-2745-44CB-A5E8-BC5A52456997}" dt="2025-11-30T18:01:00.125" v="3107" actId="2711"/>
        <pc:sldMkLst>
          <pc:docMk/>
          <pc:sldMk cId="0" sldId="262"/>
        </pc:sldMkLst>
        <pc:spChg chg="mod">
          <ac:chgData name="Wiggins, Kimberly" userId="23e41ff0-8327-47b3-bfa5-f65afc7e2c9d" providerId="ADAL" clId="{2FE24EDE-2745-44CB-A5E8-BC5A52456997}" dt="2025-11-30T18:01:00.125" v="3107" actId="2711"/>
          <ac:spMkLst>
            <pc:docMk/>
            <pc:sldMk cId="0" sldId="262"/>
            <ac:spMk id="2" creationId="{00000000-0000-0000-0000-000000000000}"/>
          </ac:spMkLst>
        </pc:spChg>
      </pc:sldChg>
      <pc:sldChg chg="modSp mod">
        <pc:chgData name="Wiggins, Kimberly" userId="23e41ff0-8327-47b3-bfa5-f65afc7e2c9d" providerId="ADAL" clId="{2FE24EDE-2745-44CB-A5E8-BC5A52456997}" dt="2025-11-30T18:30:40.027" v="6659" actId="20577"/>
        <pc:sldMkLst>
          <pc:docMk/>
          <pc:sldMk cId="0" sldId="263"/>
        </pc:sldMkLst>
        <pc:spChg chg="mod">
          <ac:chgData name="Wiggins, Kimberly" userId="23e41ff0-8327-47b3-bfa5-f65afc7e2c9d" providerId="ADAL" clId="{2FE24EDE-2745-44CB-A5E8-BC5A52456997}" dt="2025-11-30T18:30:40.027" v="6659" actId="20577"/>
          <ac:spMkLst>
            <pc:docMk/>
            <pc:sldMk cId="0" sldId="263"/>
            <ac:spMk id="2" creationId="{00000000-0000-0000-0000-000000000000}"/>
          </ac:spMkLst>
        </pc:spChg>
        <pc:spChg chg="mod">
          <ac:chgData name="Wiggins, Kimberly" userId="23e41ff0-8327-47b3-bfa5-f65afc7e2c9d" providerId="ADAL" clId="{2FE24EDE-2745-44CB-A5E8-BC5A52456997}" dt="2025-11-30T18:30:11.527" v="6658" actId="947"/>
          <ac:spMkLst>
            <pc:docMk/>
            <pc:sldMk cId="0" sldId="263"/>
            <ac:spMk id="3" creationId="{00000000-0000-0000-0000-000000000000}"/>
          </ac:spMkLst>
        </pc:spChg>
      </pc:sldChg>
      <pc:sldChg chg="modSp mod modNotesTx">
        <pc:chgData name="Wiggins, Kimberly" userId="23e41ff0-8327-47b3-bfa5-f65afc7e2c9d" providerId="ADAL" clId="{2FE24EDE-2745-44CB-A5E8-BC5A52456997}" dt="2025-11-30T19:14:17.577" v="11768" actId="27636"/>
        <pc:sldMkLst>
          <pc:docMk/>
          <pc:sldMk cId="0" sldId="264"/>
        </pc:sldMkLst>
        <pc:spChg chg="mod">
          <ac:chgData name="Wiggins, Kimberly" userId="23e41ff0-8327-47b3-bfa5-f65afc7e2c9d" providerId="ADAL" clId="{2FE24EDE-2745-44CB-A5E8-BC5A52456997}" dt="2025-11-30T19:13:00.598" v="11650" actId="20577"/>
          <ac:spMkLst>
            <pc:docMk/>
            <pc:sldMk cId="0" sldId="264"/>
            <ac:spMk id="2" creationId="{00000000-0000-0000-0000-000000000000}"/>
          </ac:spMkLst>
        </pc:spChg>
        <pc:spChg chg="mod">
          <ac:chgData name="Wiggins, Kimberly" userId="23e41ff0-8327-47b3-bfa5-f65afc7e2c9d" providerId="ADAL" clId="{2FE24EDE-2745-44CB-A5E8-BC5A52456997}" dt="2025-11-30T19:14:17.577" v="11768" actId="27636"/>
          <ac:spMkLst>
            <pc:docMk/>
            <pc:sldMk cId="0" sldId="264"/>
            <ac:spMk id="3" creationId="{00000000-0000-0000-0000-000000000000}"/>
          </ac:spMkLst>
        </pc:spChg>
      </pc:sldChg>
      <pc:sldChg chg="del">
        <pc:chgData name="Wiggins, Kimberly" userId="23e41ff0-8327-47b3-bfa5-f65afc7e2c9d" providerId="ADAL" clId="{2FE24EDE-2745-44CB-A5E8-BC5A52456997}" dt="2025-11-30T19:00:45.777" v="10505" actId="47"/>
        <pc:sldMkLst>
          <pc:docMk/>
          <pc:sldMk cId="0" sldId="266"/>
        </pc:sldMkLst>
      </pc:sldChg>
      <pc:sldChg chg="modSp mod">
        <pc:chgData name="Wiggins, Kimberly" userId="23e41ff0-8327-47b3-bfa5-f65afc7e2c9d" providerId="ADAL" clId="{2FE24EDE-2745-44CB-A5E8-BC5A52456997}" dt="2025-11-30T17:50:05.344" v="2471" actId="20577"/>
        <pc:sldMkLst>
          <pc:docMk/>
          <pc:sldMk cId="0" sldId="274"/>
        </pc:sldMkLst>
        <pc:spChg chg="mod">
          <ac:chgData name="Wiggins, Kimberly" userId="23e41ff0-8327-47b3-bfa5-f65afc7e2c9d" providerId="ADAL" clId="{2FE24EDE-2745-44CB-A5E8-BC5A52456997}" dt="2025-11-30T17:50:05.344" v="2471" actId="20577"/>
          <ac:spMkLst>
            <pc:docMk/>
            <pc:sldMk cId="0" sldId="274"/>
            <ac:spMk id="3" creationId="{00000000-0000-0000-0000-000000000000}"/>
          </ac:spMkLst>
        </pc:spChg>
      </pc:sldChg>
      <pc:sldChg chg="modSp mod">
        <pc:chgData name="Wiggins, Kimberly" userId="23e41ff0-8327-47b3-bfa5-f65afc7e2c9d" providerId="ADAL" clId="{2FE24EDE-2745-44CB-A5E8-BC5A52456997}" dt="2025-11-30T18:00:31.302" v="3069" actId="2711"/>
        <pc:sldMkLst>
          <pc:docMk/>
          <pc:sldMk cId="4260825239" sldId="276"/>
        </pc:sldMkLst>
        <pc:spChg chg="mod">
          <ac:chgData name="Wiggins, Kimberly" userId="23e41ff0-8327-47b3-bfa5-f65afc7e2c9d" providerId="ADAL" clId="{2FE24EDE-2745-44CB-A5E8-BC5A52456997}" dt="2025-11-30T18:00:31.302" v="3069" actId="2711"/>
          <ac:spMkLst>
            <pc:docMk/>
            <pc:sldMk cId="4260825239" sldId="276"/>
            <ac:spMk id="2" creationId="{DEFCCF4C-FF37-161D-970B-B20F1B0FDC1F}"/>
          </ac:spMkLst>
        </pc:spChg>
      </pc:sldChg>
      <pc:sldChg chg="modSp mod">
        <pc:chgData name="Wiggins, Kimberly" userId="23e41ff0-8327-47b3-bfa5-f65afc7e2c9d" providerId="ADAL" clId="{2FE24EDE-2745-44CB-A5E8-BC5A52456997}" dt="2025-11-30T18:06:05.727" v="3899" actId="27636"/>
        <pc:sldMkLst>
          <pc:docMk/>
          <pc:sldMk cId="4155561830" sldId="277"/>
        </pc:sldMkLst>
        <pc:spChg chg="mod">
          <ac:chgData name="Wiggins, Kimberly" userId="23e41ff0-8327-47b3-bfa5-f65afc7e2c9d" providerId="ADAL" clId="{2FE24EDE-2745-44CB-A5E8-BC5A52456997}" dt="2025-11-30T18:02:08.367" v="3109" actId="2711"/>
          <ac:spMkLst>
            <pc:docMk/>
            <pc:sldMk cId="4155561830" sldId="277"/>
            <ac:spMk id="2" creationId="{F451110E-D4DB-AB8B-2871-5F3284CFA3ED}"/>
          </ac:spMkLst>
        </pc:spChg>
        <pc:spChg chg="mod">
          <ac:chgData name="Wiggins, Kimberly" userId="23e41ff0-8327-47b3-bfa5-f65afc7e2c9d" providerId="ADAL" clId="{2FE24EDE-2745-44CB-A5E8-BC5A52456997}" dt="2025-11-30T18:06:05.727" v="3899" actId="27636"/>
          <ac:spMkLst>
            <pc:docMk/>
            <pc:sldMk cId="4155561830" sldId="277"/>
            <ac:spMk id="3" creationId="{B2FC71AF-9760-9F05-A119-5D75D414F187}"/>
          </ac:spMkLst>
        </pc:spChg>
      </pc:sldChg>
      <pc:sldChg chg="delSp modSp mod ord">
        <pc:chgData name="Wiggins, Kimberly" userId="23e41ff0-8327-47b3-bfa5-f65afc7e2c9d" providerId="ADAL" clId="{2FE24EDE-2745-44CB-A5E8-BC5A52456997}" dt="2025-11-30T19:05:51.674" v="10696"/>
        <pc:sldMkLst>
          <pc:docMk/>
          <pc:sldMk cId="3991017946" sldId="279"/>
        </pc:sldMkLst>
        <pc:spChg chg="del mod">
          <ac:chgData name="Wiggins, Kimberly" userId="23e41ff0-8327-47b3-bfa5-f65afc7e2c9d" providerId="ADAL" clId="{2FE24EDE-2745-44CB-A5E8-BC5A52456997}" dt="2025-11-30T19:05:31.357" v="10690" actId="478"/>
          <ac:spMkLst>
            <pc:docMk/>
            <pc:sldMk cId="3991017946" sldId="279"/>
            <ac:spMk id="6" creationId="{D6A28261-EF1D-EA35-C850-2C6475085D62}"/>
          </ac:spMkLst>
        </pc:spChg>
        <pc:picChg chg="del">
          <ac:chgData name="Wiggins, Kimberly" userId="23e41ff0-8327-47b3-bfa5-f65afc7e2c9d" providerId="ADAL" clId="{2FE24EDE-2745-44CB-A5E8-BC5A52456997}" dt="2025-11-30T19:05:29.075" v="10689" actId="478"/>
          <ac:picMkLst>
            <pc:docMk/>
            <pc:sldMk cId="3991017946" sldId="279"/>
            <ac:picMk id="5" creationId="{BC69217E-B9A1-EC90-4A68-CA55DA72F814}"/>
          </ac:picMkLst>
        </pc:picChg>
      </pc:sldChg>
      <pc:sldChg chg="modSp add mod ord">
        <pc:chgData name="Wiggins, Kimberly" userId="23e41ff0-8327-47b3-bfa5-f65afc7e2c9d" providerId="ADAL" clId="{2FE24EDE-2745-44CB-A5E8-BC5A52456997}" dt="2025-11-30T17:18:53.431" v="215"/>
        <pc:sldMkLst>
          <pc:docMk/>
          <pc:sldMk cId="1904601363" sldId="280"/>
        </pc:sldMkLst>
        <pc:spChg chg="mod">
          <ac:chgData name="Wiggins, Kimberly" userId="23e41ff0-8327-47b3-bfa5-f65afc7e2c9d" providerId="ADAL" clId="{2FE24EDE-2745-44CB-A5E8-BC5A52456997}" dt="2025-11-30T17:18:40.664" v="213" actId="14100"/>
          <ac:spMkLst>
            <pc:docMk/>
            <pc:sldMk cId="1904601363" sldId="280"/>
            <ac:spMk id="3" creationId="{00000000-0000-0000-0000-000000000000}"/>
          </ac:spMkLst>
        </pc:spChg>
      </pc:sldChg>
      <pc:sldChg chg="modSp add mod ord modNotesTx">
        <pc:chgData name="Wiggins, Kimberly" userId="23e41ff0-8327-47b3-bfa5-f65afc7e2c9d" providerId="ADAL" clId="{2FE24EDE-2745-44CB-A5E8-BC5A52456997}" dt="2025-11-30T18:58:42.974" v="10411" actId="20577"/>
        <pc:sldMkLst>
          <pc:docMk/>
          <pc:sldMk cId="3946942749" sldId="281"/>
        </pc:sldMkLst>
        <pc:spChg chg="mod">
          <ac:chgData name="Wiggins, Kimberly" userId="23e41ff0-8327-47b3-bfa5-f65afc7e2c9d" providerId="ADAL" clId="{2FE24EDE-2745-44CB-A5E8-BC5A52456997}" dt="2025-11-30T18:58:42.974" v="10411" actId="20577"/>
          <ac:spMkLst>
            <pc:docMk/>
            <pc:sldMk cId="3946942749" sldId="281"/>
            <ac:spMk id="2" creationId="{00000000-0000-0000-0000-000000000000}"/>
          </ac:spMkLst>
        </pc:spChg>
        <pc:spChg chg="mod">
          <ac:chgData name="Wiggins, Kimberly" userId="23e41ff0-8327-47b3-bfa5-f65afc7e2c9d" providerId="ADAL" clId="{2FE24EDE-2745-44CB-A5E8-BC5A52456997}" dt="2025-11-30T17:49:30.394" v="2388" actId="947"/>
          <ac:spMkLst>
            <pc:docMk/>
            <pc:sldMk cId="3946942749" sldId="281"/>
            <ac:spMk id="3" creationId="{00000000-0000-0000-0000-000000000000}"/>
          </ac:spMkLst>
        </pc:spChg>
      </pc:sldChg>
      <pc:sldChg chg="addSp delSp modSp add mod ord">
        <pc:chgData name="Wiggins, Kimberly" userId="23e41ff0-8327-47b3-bfa5-f65afc7e2c9d" providerId="ADAL" clId="{2FE24EDE-2745-44CB-A5E8-BC5A52456997}" dt="2025-11-30T17:36:03.126" v="1365"/>
        <pc:sldMkLst>
          <pc:docMk/>
          <pc:sldMk cId="1821324306" sldId="282"/>
        </pc:sldMkLst>
        <pc:spChg chg="mod">
          <ac:chgData name="Wiggins, Kimberly" userId="23e41ff0-8327-47b3-bfa5-f65afc7e2c9d" providerId="ADAL" clId="{2FE24EDE-2745-44CB-A5E8-BC5A52456997}" dt="2025-11-30T17:31:00.117" v="1185" actId="20577"/>
          <ac:spMkLst>
            <pc:docMk/>
            <pc:sldMk cId="1821324306" sldId="282"/>
            <ac:spMk id="2" creationId="{00000000-0000-0000-0000-000000000000}"/>
          </ac:spMkLst>
        </pc:spChg>
        <pc:spChg chg="del mod">
          <ac:chgData name="Wiggins, Kimberly" userId="23e41ff0-8327-47b3-bfa5-f65afc7e2c9d" providerId="ADAL" clId="{2FE24EDE-2745-44CB-A5E8-BC5A52456997}" dt="2025-11-30T17:27:55.349" v="697" actId="931"/>
          <ac:spMkLst>
            <pc:docMk/>
            <pc:sldMk cId="1821324306" sldId="282"/>
            <ac:spMk id="3" creationId="{00000000-0000-0000-0000-000000000000}"/>
          </ac:spMkLst>
        </pc:spChg>
        <pc:spChg chg="add mod">
          <ac:chgData name="Wiggins, Kimberly" userId="23e41ff0-8327-47b3-bfa5-f65afc7e2c9d" providerId="ADAL" clId="{2FE24EDE-2745-44CB-A5E8-BC5A52456997}" dt="2025-11-30T17:30:40.130" v="1149" actId="14100"/>
          <ac:spMkLst>
            <pc:docMk/>
            <pc:sldMk cId="1821324306" sldId="282"/>
            <ac:spMk id="6" creationId="{5B6EE9D9-D7CC-4C1E-865E-F9E2EA58FF19}"/>
          </ac:spMkLst>
        </pc:spChg>
        <pc:spChg chg="add mod">
          <ac:chgData name="Wiggins, Kimberly" userId="23e41ff0-8327-47b3-bfa5-f65afc7e2c9d" providerId="ADAL" clId="{2FE24EDE-2745-44CB-A5E8-BC5A52456997}" dt="2025-11-30T17:35:07.753" v="1313" actId="13926"/>
          <ac:spMkLst>
            <pc:docMk/>
            <pc:sldMk cId="1821324306" sldId="282"/>
            <ac:spMk id="7" creationId="{653064ED-C2E6-4CD7-8C13-9446762CAFE7}"/>
          </ac:spMkLst>
        </pc:spChg>
        <pc:spChg chg="add mod">
          <ac:chgData name="Wiggins, Kimberly" userId="23e41ff0-8327-47b3-bfa5-f65afc7e2c9d" providerId="ADAL" clId="{2FE24EDE-2745-44CB-A5E8-BC5A52456997}" dt="2025-11-30T17:35:42.381" v="1342" actId="20577"/>
          <ac:spMkLst>
            <pc:docMk/>
            <pc:sldMk cId="1821324306" sldId="282"/>
            <ac:spMk id="8" creationId="{3B570E95-5A75-4CC3-90B0-135BF8080EEF}"/>
          </ac:spMkLst>
        </pc:spChg>
        <pc:picChg chg="add mod">
          <ac:chgData name="Wiggins, Kimberly" userId="23e41ff0-8327-47b3-bfa5-f65afc7e2c9d" providerId="ADAL" clId="{2FE24EDE-2745-44CB-A5E8-BC5A52456997}" dt="2025-11-30T17:31:29.268" v="1189" actId="1076"/>
          <ac:picMkLst>
            <pc:docMk/>
            <pc:sldMk cId="1821324306" sldId="282"/>
            <ac:picMk id="5" creationId="{82746817-3F08-458D-B56D-D3973C8EEDE4}"/>
          </ac:picMkLst>
        </pc:picChg>
      </pc:sldChg>
      <pc:sldChg chg="addSp delSp modSp add del mod">
        <pc:chgData name="Wiggins, Kimberly" userId="23e41ff0-8327-47b3-bfa5-f65afc7e2c9d" providerId="ADAL" clId="{2FE24EDE-2745-44CB-A5E8-BC5A52456997}" dt="2025-11-30T17:40:26.919" v="1645" actId="47"/>
        <pc:sldMkLst>
          <pc:docMk/>
          <pc:sldMk cId="1609908446" sldId="283"/>
        </pc:sldMkLst>
        <pc:spChg chg="add del mod">
          <ac:chgData name="Wiggins, Kimberly" userId="23e41ff0-8327-47b3-bfa5-f65afc7e2c9d" providerId="ADAL" clId="{2FE24EDE-2745-44CB-A5E8-BC5A52456997}" dt="2025-11-30T17:40:17.798" v="1641" actId="1076"/>
          <ac:spMkLst>
            <pc:docMk/>
            <pc:sldMk cId="1609908446" sldId="283"/>
            <ac:spMk id="5" creationId="{FEFF8E98-2FE7-4CDF-8748-11BE869539F2}"/>
          </ac:spMkLst>
        </pc:spChg>
        <pc:picChg chg="del">
          <ac:chgData name="Wiggins, Kimberly" userId="23e41ff0-8327-47b3-bfa5-f65afc7e2c9d" providerId="ADAL" clId="{2FE24EDE-2745-44CB-A5E8-BC5A52456997}" dt="2025-11-30T17:37:51.215" v="1373" actId="478"/>
          <ac:picMkLst>
            <pc:docMk/>
            <pc:sldMk cId="1609908446" sldId="283"/>
            <ac:picMk id="9" creationId="{372DD1A6-A4BE-1048-A9F2-4E80A6917D6C}"/>
          </ac:picMkLst>
        </pc:picChg>
      </pc:sldChg>
      <pc:sldChg chg="addSp delSp modSp add del mod">
        <pc:chgData name="Wiggins, Kimberly" userId="23e41ff0-8327-47b3-bfa5-f65afc7e2c9d" providerId="ADAL" clId="{2FE24EDE-2745-44CB-A5E8-BC5A52456997}" dt="2025-11-30T17:40:09.184" v="1638" actId="2890"/>
        <pc:sldMkLst>
          <pc:docMk/>
          <pc:sldMk cId="3941851186" sldId="283"/>
        </pc:sldMkLst>
        <pc:spChg chg="add del mod">
          <ac:chgData name="Wiggins, Kimberly" userId="23e41ff0-8327-47b3-bfa5-f65afc7e2c9d" providerId="ADAL" clId="{2FE24EDE-2745-44CB-A5E8-BC5A52456997}" dt="2025-11-30T17:40:08.152" v="1636"/>
          <ac:spMkLst>
            <pc:docMk/>
            <pc:sldMk cId="3941851186" sldId="283"/>
            <ac:spMk id="9" creationId="{3600BC9A-FD7D-4948-9C67-4CA44BEC26FA}"/>
          </ac:spMkLst>
        </pc:spChg>
        <pc:spChg chg="add del mod">
          <ac:chgData name="Wiggins, Kimberly" userId="23e41ff0-8327-47b3-bfa5-f65afc7e2c9d" providerId="ADAL" clId="{2FE24EDE-2745-44CB-A5E8-BC5A52456997}" dt="2025-11-30T17:40:07.965" v="1635"/>
          <ac:spMkLst>
            <pc:docMk/>
            <pc:sldMk cId="3941851186" sldId="283"/>
            <ac:spMk id="10" creationId="{EFC5CDD0-EE6D-4B7E-B217-F88AFE9F2236}"/>
          </ac:spMkLst>
        </pc:spChg>
        <pc:picChg chg="add del">
          <ac:chgData name="Wiggins, Kimberly" userId="23e41ff0-8327-47b3-bfa5-f65afc7e2c9d" providerId="ADAL" clId="{2FE24EDE-2745-44CB-A5E8-BC5A52456997}" dt="2025-11-30T17:40:08.391" v="1637" actId="478"/>
          <ac:picMkLst>
            <pc:docMk/>
            <pc:sldMk cId="3941851186" sldId="283"/>
            <ac:picMk id="5" creationId="{BC69217E-B9A1-EC90-4A68-CA55DA72F814}"/>
          </ac:picMkLst>
        </pc:picChg>
      </pc:sldChg>
      <pc:sldChg chg="addSp delSp modSp add mod ord modNotesTx">
        <pc:chgData name="Wiggins, Kimberly" userId="23e41ff0-8327-47b3-bfa5-f65afc7e2c9d" providerId="ADAL" clId="{2FE24EDE-2745-44CB-A5E8-BC5A52456997}" dt="2025-11-30T19:05:23.251" v="10687"/>
        <pc:sldMkLst>
          <pc:docMk/>
          <pc:sldMk cId="977960015" sldId="284"/>
        </pc:sldMkLst>
        <pc:spChg chg="del">
          <ac:chgData name="Wiggins, Kimberly" userId="23e41ff0-8327-47b3-bfa5-f65afc7e2c9d" providerId="ADAL" clId="{2FE24EDE-2745-44CB-A5E8-BC5A52456997}" dt="2025-11-30T17:50:44.407" v="2474" actId="478"/>
          <ac:spMkLst>
            <pc:docMk/>
            <pc:sldMk cId="977960015" sldId="284"/>
            <ac:spMk id="6" creationId="{D6A28261-EF1D-EA35-C850-2C6475085D62}"/>
          </ac:spMkLst>
        </pc:spChg>
        <pc:spChg chg="add mod">
          <ac:chgData name="Wiggins, Kimberly" userId="23e41ff0-8327-47b3-bfa5-f65afc7e2c9d" providerId="ADAL" clId="{2FE24EDE-2745-44CB-A5E8-BC5A52456997}" dt="2025-11-30T17:51:42.732" v="2504" actId="1076"/>
          <ac:spMkLst>
            <pc:docMk/>
            <pc:sldMk cId="977960015" sldId="284"/>
            <ac:spMk id="9" creationId="{1698A83F-C2E4-4DF4-A5BF-9CF970E9564B}"/>
          </ac:spMkLst>
        </pc:spChg>
        <pc:picChg chg="del">
          <ac:chgData name="Wiggins, Kimberly" userId="23e41ff0-8327-47b3-bfa5-f65afc7e2c9d" providerId="ADAL" clId="{2FE24EDE-2745-44CB-A5E8-BC5A52456997}" dt="2025-11-30T17:40:23.201" v="1643" actId="478"/>
          <ac:picMkLst>
            <pc:docMk/>
            <pc:sldMk cId="977960015" sldId="284"/>
            <ac:picMk id="5" creationId="{BC69217E-B9A1-EC90-4A68-CA55DA72F814}"/>
          </ac:picMkLst>
        </pc:picChg>
      </pc:sldChg>
      <pc:sldChg chg="modSp add del mod ord">
        <pc:chgData name="Wiggins, Kimberly" userId="23e41ff0-8327-47b3-bfa5-f65afc7e2c9d" providerId="ADAL" clId="{2FE24EDE-2745-44CB-A5E8-BC5A52456997}" dt="2025-11-30T18:41:53.873" v="7933" actId="47"/>
        <pc:sldMkLst>
          <pc:docMk/>
          <pc:sldMk cId="4242181752" sldId="285"/>
        </pc:sldMkLst>
        <pc:spChg chg="mod">
          <ac:chgData name="Wiggins, Kimberly" userId="23e41ff0-8327-47b3-bfa5-f65afc7e2c9d" providerId="ADAL" clId="{2FE24EDE-2745-44CB-A5E8-BC5A52456997}" dt="2025-11-30T17:52:39.926" v="2599" actId="20577"/>
          <ac:spMkLst>
            <pc:docMk/>
            <pc:sldMk cId="4242181752" sldId="285"/>
            <ac:spMk id="2" creationId="{00000000-0000-0000-0000-000000000000}"/>
          </ac:spMkLst>
        </pc:spChg>
        <pc:spChg chg="mod">
          <ac:chgData name="Wiggins, Kimberly" userId="23e41ff0-8327-47b3-bfa5-f65afc7e2c9d" providerId="ADAL" clId="{2FE24EDE-2745-44CB-A5E8-BC5A52456997}" dt="2025-11-30T17:53:26.567" v="2835" actId="20577"/>
          <ac:spMkLst>
            <pc:docMk/>
            <pc:sldMk cId="4242181752" sldId="285"/>
            <ac:spMk id="3" creationId="{00000000-0000-0000-0000-000000000000}"/>
          </ac:spMkLst>
        </pc:spChg>
      </pc:sldChg>
      <pc:sldChg chg="modSp add mod ord modNotesTx">
        <pc:chgData name="Wiggins, Kimberly" userId="23e41ff0-8327-47b3-bfa5-f65afc7e2c9d" providerId="ADAL" clId="{2FE24EDE-2745-44CB-A5E8-BC5A52456997}" dt="2025-11-30T19:06:24.764" v="10741" actId="20577"/>
        <pc:sldMkLst>
          <pc:docMk/>
          <pc:sldMk cId="2898447613" sldId="286"/>
        </pc:sldMkLst>
        <pc:spChg chg="mod">
          <ac:chgData name="Wiggins, Kimberly" userId="23e41ff0-8327-47b3-bfa5-f65afc7e2c9d" providerId="ADAL" clId="{2FE24EDE-2745-44CB-A5E8-BC5A52456997}" dt="2025-11-30T19:06:08.686" v="10708" actId="20577"/>
          <ac:spMkLst>
            <pc:docMk/>
            <pc:sldMk cId="2898447613" sldId="286"/>
            <ac:spMk id="2" creationId="{00000000-0000-0000-0000-000000000000}"/>
          </ac:spMkLst>
        </pc:spChg>
        <pc:spChg chg="mod">
          <ac:chgData name="Wiggins, Kimberly" userId="23e41ff0-8327-47b3-bfa5-f65afc7e2c9d" providerId="ADAL" clId="{2FE24EDE-2745-44CB-A5E8-BC5A52456997}" dt="2025-11-30T19:06:22.890" v="10740" actId="114"/>
          <ac:spMkLst>
            <pc:docMk/>
            <pc:sldMk cId="2898447613" sldId="286"/>
            <ac:spMk id="3" creationId="{00000000-0000-0000-0000-000000000000}"/>
          </ac:spMkLst>
        </pc:spChg>
      </pc:sldChg>
      <pc:sldChg chg="modSp add mod ord">
        <pc:chgData name="Wiggins, Kimberly" userId="23e41ff0-8327-47b3-bfa5-f65afc7e2c9d" providerId="ADAL" clId="{2FE24EDE-2745-44CB-A5E8-BC5A52456997}" dt="2025-11-30T19:01:21.251" v="10506" actId="1076"/>
        <pc:sldMkLst>
          <pc:docMk/>
          <pc:sldMk cId="1866446174" sldId="287"/>
        </pc:sldMkLst>
        <pc:spChg chg="mod">
          <ac:chgData name="Wiggins, Kimberly" userId="23e41ff0-8327-47b3-bfa5-f65afc7e2c9d" providerId="ADAL" clId="{2FE24EDE-2745-44CB-A5E8-BC5A52456997}" dt="2025-11-30T18:38:05.102" v="7404" actId="20577"/>
          <ac:spMkLst>
            <pc:docMk/>
            <pc:sldMk cId="1866446174" sldId="287"/>
            <ac:spMk id="3" creationId="{8CE0ED12-CDD0-1826-35FB-CF60874E9575}"/>
          </ac:spMkLst>
        </pc:spChg>
        <pc:spChg chg="mod">
          <ac:chgData name="Wiggins, Kimberly" userId="23e41ff0-8327-47b3-bfa5-f65afc7e2c9d" providerId="ADAL" clId="{2FE24EDE-2745-44CB-A5E8-BC5A52456997}" dt="2025-11-30T19:01:21.251" v="10506" actId="1076"/>
          <ac:spMkLst>
            <pc:docMk/>
            <pc:sldMk cId="1866446174" sldId="287"/>
            <ac:spMk id="9" creationId="{1698A83F-C2E4-4DF4-A5BF-9CF970E9564B}"/>
          </ac:spMkLst>
        </pc:spChg>
      </pc:sldChg>
      <pc:sldChg chg="modSp add del mod">
        <pc:chgData name="Wiggins, Kimberly" userId="23e41ff0-8327-47b3-bfa5-f65afc7e2c9d" providerId="ADAL" clId="{2FE24EDE-2745-44CB-A5E8-BC5A52456997}" dt="2025-11-30T17:57:29.677" v="2940" actId="2890"/>
        <pc:sldMkLst>
          <pc:docMk/>
          <pc:sldMk cId="2159349123" sldId="288"/>
        </pc:sldMkLst>
        <pc:spChg chg="mod">
          <ac:chgData name="Wiggins, Kimberly" userId="23e41ff0-8327-47b3-bfa5-f65afc7e2c9d" providerId="ADAL" clId="{2FE24EDE-2745-44CB-A5E8-BC5A52456997}" dt="2025-11-30T17:57:28.943" v="2939" actId="6549"/>
          <ac:spMkLst>
            <pc:docMk/>
            <pc:sldMk cId="2159349123" sldId="288"/>
            <ac:spMk id="3" creationId="{00000000-0000-0000-0000-000000000000}"/>
          </ac:spMkLst>
        </pc:spChg>
      </pc:sldChg>
      <pc:sldChg chg="modSp add mod ord">
        <pc:chgData name="Wiggins, Kimberly" userId="23e41ff0-8327-47b3-bfa5-f65afc7e2c9d" providerId="ADAL" clId="{2FE24EDE-2745-44CB-A5E8-BC5A52456997}" dt="2025-11-30T18:00:47.782" v="3104"/>
        <pc:sldMkLst>
          <pc:docMk/>
          <pc:sldMk cId="3297362352" sldId="288"/>
        </pc:sldMkLst>
        <pc:spChg chg="mod">
          <ac:chgData name="Wiggins, Kimberly" userId="23e41ff0-8327-47b3-bfa5-f65afc7e2c9d" providerId="ADAL" clId="{2FE24EDE-2745-44CB-A5E8-BC5A52456997}" dt="2025-11-30T18:00:20.642" v="3047" actId="120"/>
          <ac:spMkLst>
            <pc:docMk/>
            <pc:sldMk cId="3297362352" sldId="288"/>
            <ac:spMk id="2" creationId="{00000000-0000-0000-0000-000000000000}"/>
          </ac:spMkLst>
        </pc:spChg>
        <pc:spChg chg="mod">
          <ac:chgData name="Wiggins, Kimberly" userId="23e41ff0-8327-47b3-bfa5-f65afc7e2c9d" providerId="ADAL" clId="{2FE24EDE-2745-44CB-A5E8-BC5A52456997}" dt="2025-11-30T18:00:19.090" v="3046" actId="1076"/>
          <ac:spMkLst>
            <pc:docMk/>
            <pc:sldMk cId="3297362352" sldId="288"/>
            <ac:spMk id="3" creationId="{00000000-0000-0000-0000-000000000000}"/>
          </ac:spMkLst>
        </pc:spChg>
      </pc:sldChg>
      <pc:sldChg chg="addSp delSp modSp add mod modNotesTx">
        <pc:chgData name="Wiggins, Kimberly" userId="23e41ff0-8327-47b3-bfa5-f65afc7e2c9d" providerId="ADAL" clId="{2FE24EDE-2745-44CB-A5E8-BC5A52456997}" dt="2025-11-30T18:13:56.001" v="3989" actId="20577"/>
        <pc:sldMkLst>
          <pc:docMk/>
          <pc:sldMk cId="2209216353" sldId="289"/>
        </pc:sldMkLst>
        <pc:spChg chg="mod">
          <ac:chgData name="Wiggins, Kimberly" userId="23e41ff0-8327-47b3-bfa5-f65afc7e2c9d" providerId="ADAL" clId="{2FE24EDE-2745-44CB-A5E8-BC5A52456997}" dt="2025-11-30T18:13:20.936" v="3916" actId="20577"/>
          <ac:spMkLst>
            <pc:docMk/>
            <pc:sldMk cId="2209216353" sldId="289"/>
            <ac:spMk id="2" creationId="{F451110E-D4DB-AB8B-2871-5F3284CFA3ED}"/>
          </ac:spMkLst>
        </pc:spChg>
        <pc:spChg chg="del">
          <ac:chgData name="Wiggins, Kimberly" userId="23e41ff0-8327-47b3-bfa5-f65afc7e2c9d" providerId="ADAL" clId="{2FE24EDE-2745-44CB-A5E8-BC5A52456997}" dt="2025-11-30T18:10:52.551" v="3901" actId="478"/>
          <ac:spMkLst>
            <pc:docMk/>
            <pc:sldMk cId="2209216353" sldId="289"/>
            <ac:spMk id="3" creationId="{B2FC71AF-9760-9F05-A119-5D75D414F187}"/>
          </ac:spMkLst>
        </pc:spChg>
        <pc:spChg chg="add del mod">
          <ac:chgData name="Wiggins, Kimberly" userId="23e41ff0-8327-47b3-bfa5-f65afc7e2c9d" providerId="ADAL" clId="{2FE24EDE-2745-44CB-A5E8-BC5A52456997}" dt="2025-11-30T18:12:11.243" v="3902" actId="478"/>
          <ac:spMkLst>
            <pc:docMk/>
            <pc:sldMk cId="2209216353" sldId="289"/>
            <ac:spMk id="5" creationId="{355A1166-50B3-494D-82DE-897D6A945CB6}"/>
          </ac:spMkLst>
        </pc:spChg>
        <pc:picChg chg="add del mod">
          <ac:chgData name="Wiggins, Kimberly" userId="23e41ff0-8327-47b3-bfa5-f65afc7e2c9d" providerId="ADAL" clId="{2FE24EDE-2745-44CB-A5E8-BC5A52456997}" dt="2025-11-30T18:12:21.838" v="3904" actId="478"/>
          <ac:picMkLst>
            <pc:docMk/>
            <pc:sldMk cId="2209216353" sldId="289"/>
            <ac:picMk id="7" creationId="{18AAE614-865D-4E04-964C-4712B88E4B33}"/>
          </ac:picMkLst>
        </pc:picChg>
        <pc:picChg chg="add mod">
          <ac:chgData name="Wiggins, Kimberly" userId="23e41ff0-8327-47b3-bfa5-f65afc7e2c9d" providerId="ADAL" clId="{2FE24EDE-2745-44CB-A5E8-BC5A52456997}" dt="2025-11-30T18:13:31.270" v="3917" actId="1076"/>
          <ac:picMkLst>
            <pc:docMk/>
            <pc:sldMk cId="2209216353" sldId="289"/>
            <ac:picMk id="9" creationId="{D49CBF76-A6D7-44D7-835B-9D7E7D0A625C}"/>
          </ac:picMkLst>
        </pc:picChg>
      </pc:sldChg>
      <pc:sldChg chg="addSp delSp modSp add mod modNotesTx">
        <pc:chgData name="Wiggins, Kimberly" userId="23e41ff0-8327-47b3-bfa5-f65afc7e2c9d" providerId="ADAL" clId="{2FE24EDE-2745-44CB-A5E8-BC5A52456997}" dt="2025-11-30T18:18:27.883" v="4867" actId="14100"/>
        <pc:sldMkLst>
          <pc:docMk/>
          <pc:sldMk cId="3851132941" sldId="290"/>
        </pc:sldMkLst>
        <pc:spChg chg="mod">
          <ac:chgData name="Wiggins, Kimberly" userId="23e41ff0-8327-47b3-bfa5-f65afc7e2c9d" providerId="ADAL" clId="{2FE24EDE-2745-44CB-A5E8-BC5A52456997}" dt="2025-11-30T18:14:26.316" v="3992" actId="20577"/>
          <ac:spMkLst>
            <pc:docMk/>
            <pc:sldMk cId="3851132941" sldId="290"/>
            <ac:spMk id="2" creationId="{F451110E-D4DB-AB8B-2871-5F3284CFA3ED}"/>
          </ac:spMkLst>
        </pc:spChg>
        <pc:spChg chg="add mod">
          <ac:chgData name="Wiggins, Kimberly" userId="23e41ff0-8327-47b3-bfa5-f65afc7e2c9d" providerId="ADAL" clId="{2FE24EDE-2745-44CB-A5E8-BC5A52456997}" dt="2025-11-30T18:18:27.883" v="4867" actId="14100"/>
          <ac:spMkLst>
            <pc:docMk/>
            <pc:sldMk cId="3851132941" sldId="290"/>
            <ac:spMk id="4" creationId="{B64A999C-23E8-45BD-B036-C6D1D2126E28}"/>
          </ac:spMkLst>
        </pc:spChg>
        <pc:picChg chg="del">
          <ac:chgData name="Wiggins, Kimberly" userId="23e41ff0-8327-47b3-bfa5-f65afc7e2c9d" providerId="ADAL" clId="{2FE24EDE-2745-44CB-A5E8-BC5A52456997}" dt="2025-11-30T18:14:23.596" v="3991" actId="478"/>
          <ac:picMkLst>
            <pc:docMk/>
            <pc:sldMk cId="3851132941" sldId="290"/>
            <ac:picMk id="9" creationId="{D49CBF76-A6D7-44D7-835B-9D7E7D0A625C}"/>
          </ac:picMkLst>
        </pc:picChg>
      </pc:sldChg>
      <pc:sldChg chg="modSp add mod modNotesTx">
        <pc:chgData name="Wiggins, Kimberly" userId="23e41ff0-8327-47b3-bfa5-f65afc7e2c9d" providerId="ADAL" clId="{2FE24EDE-2745-44CB-A5E8-BC5A52456997}" dt="2025-11-30T18:21:18.643" v="5385" actId="20577"/>
        <pc:sldMkLst>
          <pc:docMk/>
          <pc:sldMk cId="2729579942" sldId="291"/>
        </pc:sldMkLst>
        <pc:spChg chg="mod">
          <ac:chgData name="Wiggins, Kimberly" userId="23e41ff0-8327-47b3-bfa5-f65afc7e2c9d" providerId="ADAL" clId="{2FE24EDE-2745-44CB-A5E8-BC5A52456997}" dt="2025-11-30T18:19:05.291" v="4888" actId="20577"/>
          <ac:spMkLst>
            <pc:docMk/>
            <pc:sldMk cId="2729579942" sldId="291"/>
            <ac:spMk id="2" creationId="{F451110E-D4DB-AB8B-2871-5F3284CFA3ED}"/>
          </ac:spMkLst>
        </pc:spChg>
        <pc:spChg chg="mod">
          <ac:chgData name="Wiggins, Kimberly" userId="23e41ff0-8327-47b3-bfa5-f65afc7e2c9d" providerId="ADAL" clId="{2FE24EDE-2745-44CB-A5E8-BC5A52456997}" dt="2025-11-30T18:21:18.643" v="5385" actId="20577"/>
          <ac:spMkLst>
            <pc:docMk/>
            <pc:sldMk cId="2729579942" sldId="291"/>
            <ac:spMk id="4" creationId="{B64A999C-23E8-45BD-B036-C6D1D2126E28}"/>
          </ac:spMkLst>
        </pc:spChg>
      </pc:sldChg>
      <pc:sldChg chg="modSp add mod">
        <pc:chgData name="Wiggins, Kimberly" userId="23e41ff0-8327-47b3-bfa5-f65afc7e2c9d" providerId="ADAL" clId="{2FE24EDE-2745-44CB-A5E8-BC5A52456997}" dt="2025-11-30T18:23:38.748" v="5423" actId="113"/>
        <pc:sldMkLst>
          <pc:docMk/>
          <pc:sldMk cId="515583281" sldId="292"/>
        </pc:sldMkLst>
        <pc:spChg chg="mod">
          <ac:chgData name="Wiggins, Kimberly" userId="23e41ff0-8327-47b3-bfa5-f65afc7e2c9d" providerId="ADAL" clId="{2FE24EDE-2745-44CB-A5E8-BC5A52456997}" dt="2025-11-30T18:23:38.748" v="5423" actId="113"/>
          <ac:spMkLst>
            <pc:docMk/>
            <pc:sldMk cId="515583281" sldId="292"/>
            <ac:spMk id="4" creationId="{B64A999C-23E8-45BD-B036-C6D1D2126E28}"/>
          </ac:spMkLst>
        </pc:spChg>
      </pc:sldChg>
      <pc:sldChg chg="new del">
        <pc:chgData name="Wiggins, Kimberly" userId="23e41ff0-8327-47b3-bfa5-f65afc7e2c9d" providerId="ADAL" clId="{2FE24EDE-2745-44CB-A5E8-BC5A52456997}" dt="2025-11-30T18:21:35.191" v="5387" actId="680"/>
        <pc:sldMkLst>
          <pc:docMk/>
          <pc:sldMk cId="4013256426" sldId="292"/>
        </pc:sldMkLst>
      </pc:sldChg>
      <pc:sldChg chg="addSp delSp modSp add mod">
        <pc:chgData name="Wiggins, Kimberly" userId="23e41ff0-8327-47b3-bfa5-f65afc7e2c9d" providerId="ADAL" clId="{2FE24EDE-2745-44CB-A5E8-BC5A52456997}" dt="2025-11-30T18:23:05.053" v="5420" actId="14100"/>
        <pc:sldMkLst>
          <pc:docMk/>
          <pc:sldMk cId="947753151" sldId="293"/>
        </pc:sldMkLst>
        <pc:spChg chg="mod">
          <ac:chgData name="Wiggins, Kimberly" userId="23e41ff0-8327-47b3-bfa5-f65afc7e2c9d" providerId="ADAL" clId="{2FE24EDE-2745-44CB-A5E8-BC5A52456997}" dt="2025-11-30T18:22:08.576" v="5411" actId="20577"/>
          <ac:spMkLst>
            <pc:docMk/>
            <pc:sldMk cId="947753151" sldId="293"/>
            <ac:spMk id="2" creationId="{F451110E-D4DB-AB8B-2871-5F3284CFA3ED}"/>
          </ac:spMkLst>
        </pc:spChg>
        <pc:spChg chg="del">
          <ac:chgData name="Wiggins, Kimberly" userId="23e41ff0-8327-47b3-bfa5-f65afc7e2c9d" providerId="ADAL" clId="{2FE24EDE-2745-44CB-A5E8-BC5A52456997}" dt="2025-11-30T18:22:15.492" v="5412" actId="478"/>
          <ac:spMkLst>
            <pc:docMk/>
            <pc:sldMk cId="947753151" sldId="293"/>
            <ac:spMk id="4" creationId="{B64A999C-23E8-45BD-B036-C6D1D2126E28}"/>
          </ac:spMkLst>
        </pc:spChg>
        <pc:spChg chg="add del mod">
          <ac:chgData name="Wiggins, Kimberly" userId="23e41ff0-8327-47b3-bfa5-f65afc7e2c9d" providerId="ADAL" clId="{2FE24EDE-2745-44CB-A5E8-BC5A52456997}" dt="2025-11-30T18:22:19.680" v="5413" actId="478"/>
          <ac:spMkLst>
            <pc:docMk/>
            <pc:sldMk cId="947753151" sldId="293"/>
            <ac:spMk id="5" creationId="{48E414C7-12E6-472F-A86C-905120594BD7}"/>
          </ac:spMkLst>
        </pc:spChg>
        <pc:graphicFrameChg chg="add mod">
          <ac:chgData name="Wiggins, Kimberly" userId="23e41ff0-8327-47b3-bfa5-f65afc7e2c9d" providerId="ADAL" clId="{2FE24EDE-2745-44CB-A5E8-BC5A52456997}" dt="2025-11-30T18:23:05.053" v="5420" actId="14100"/>
          <ac:graphicFrameMkLst>
            <pc:docMk/>
            <pc:sldMk cId="947753151" sldId="293"/>
            <ac:graphicFrameMk id="6" creationId="{642E130C-6B0A-4265-8BE4-B38309259F5B}"/>
          </ac:graphicFrameMkLst>
        </pc:graphicFrameChg>
      </pc:sldChg>
      <pc:sldChg chg="modSp add mod modNotesTx">
        <pc:chgData name="Wiggins, Kimberly" userId="23e41ff0-8327-47b3-bfa5-f65afc7e2c9d" providerId="ADAL" clId="{2FE24EDE-2745-44CB-A5E8-BC5A52456997}" dt="2025-11-30T18:26:28.708" v="5976" actId="15"/>
        <pc:sldMkLst>
          <pc:docMk/>
          <pc:sldMk cId="3785389557" sldId="294"/>
        </pc:sldMkLst>
        <pc:spChg chg="mod">
          <ac:chgData name="Wiggins, Kimberly" userId="23e41ff0-8327-47b3-bfa5-f65afc7e2c9d" providerId="ADAL" clId="{2FE24EDE-2745-44CB-A5E8-BC5A52456997}" dt="2025-11-30T18:24:00.469" v="5450" actId="20577"/>
          <ac:spMkLst>
            <pc:docMk/>
            <pc:sldMk cId="3785389557" sldId="294"/>
            <ac:spMk id="2" creationId="{F451110E-D4DB-AB8B-2871-5F3284CFA3ED}"/>
          </ac:spMkLst>
        </pc:spChg>
        <pc:spChg chg="mod">
          <ac:chgData name="Wiggins, Kimberly" userId="23e41ff0-8327-47b3-bfa5-f65afc7e2c9d" providerId="ADAL" clId="{2FE24EDE-2745-44CB-A5E8-BC5A52456997}" dt="2025-11-30T18:26:28.708" v="5976" actId="15"/>
          <ac:spMkLst>
            <pc:docMk/>
            <pc:sldMk cId="3785389557" sldId="294"/>
            <ac:spMk id="4" creationId="{B64A999C-23E8-45BD-B036-C6D1D2126E28}"/>
          </ac:spMkLst>
        </pc:spChg>
      </pc:sldChg>
      <pc:sldChg chg="modSp add mod modNotesTx">
        <pc:chgData name="Wiggins, Kimberly" userId="23e41ff0-8327-47b3-bfa5-f65afc7e2c9d" providerId="ADAL" clId="{2FE24EDE-2745-44CB-A5E8-BC5A52456997}" dt="2025-11-30T18:29:08.834" v="6641" actId="20577"/>
        <pc:sldMkLst>
          <pc:docMk/>
          <pc:sldMk cId="1490420548" sldId="295"/>
        </pc:sldMkLst>
        <pc:spChg chg="mod">
          <ac:chgData name="Wiggins, Kimberly" userId="23e41ff0-8327-47b3-bfa5-f65afc7e2c9d" providerId="ADAL" clId="{2FE24EDE-2745-44CB-A5E8-BC5A52456997}" dt="2025-11-30T18:26:40.245" v="5995" actId="20577"/>
          <ac:spMkLst>
            <pc:docMk/>
            <pc:sldMk cId="1490420548" sldId="295"/>
            <ac:spMk id="2" creationId="{F451110E-D4DB-AB8B-2871-5F3284CFA3ED}"/>
          </ac:spMkLst>
        </pc:spChg>
        <pc:spChg chg="mod">
          <ac:chgData name="Wiggins, Kimberly" userId="23e41ff0-8327-47b3-bfa5-f65afc7e2c9d" providerId="ADAL" clId="{2FE24EDE-2745-44CB-A5E8-BC5A52456997}" dt="2025-11-30T18:28:57.019" v="6638" actId="20577"/>
          <ac:spMkLst>
            <pc:docMk/>
            <pc:sldMk cId="1490420548" sldId="295"/>
            <ac:spMk id="4" creationId="{B64A999C-23E8-45BD-B036-C6D1D2126E28}"/>
          </ac:spMkLst>
        </pc:spChg>
      </pc:sldChg>
      <pc:sldChg chg="modSp add mod">
        <pc:chgData name="Wiggins, Kimberly" userId="23e41ff0-8327-47b3-bfa5-f65afc7e2c9d" providerId="ADAL" clId="{2FE24EDE-2745-44CB-A5E8-BC5A52456997}" dt="2025-11-30T19:13:40.959" v="11702" actId="20577"/>
        <pc:sldMkLst>
          <pc:docMk/>
          <pc:sldMk cId="4221947186" sldId="296"/>
        </pc:sldMkLst>
        <pc:spChg chg="mod">
          <ac:chgData name="Wiggins, Kimberly" userId="23e41ff0-8327-47b3-bfa5-f65afc7e2c9d" providerId="ADAL" clId="{2FE24EDE-2745-44CB-A5E8-BC5A52456997}" dt="2025-11-30T19:13:40.959" v="11702" actId="20577"/>
          <ac:spMkLst>
            <pc:docMk/>
            <pc:sldMk cId="4221947186" sldId="296"/>
            <ac:spMk id="2" creationId="{00000000-0000-0000-0000-000000000000}"/>
          </ac:spMkLst>
        </pc:spChg>
        <pc:spChg chg="mod">
          <ac:chgData name="Wiggins, Kimberly" userId="23e41ff0-8327-47b3-bfa5-f65afc7e2c9d" providerId="ADAL" clId="{2FE24EDE-2745-44CB-A5E8-BC5A52456997}" dt="2025-11-30T19:08:14.302" v="10830" actId="20577"/>
          <ac:spMkLst>
            <pc:docMk/>
            <pc:sldMk cId="4221947186" sldId="296"/>
            <ac:spMk id="3" creationId="{00000000-0000-0000-0000-000000000000}"/>
          </ac:spMkLst>
        </pc:spChg>
      </pc:sldChg>
      <pc:sldChg chg="addSp delSp modSp add mod">
        <pc:chgData name="Wiggins, Kimberly" userId="23e41ff0-8327-47b3-bfa5-f65afc7e2c9d" providerId="ADAL" clId="{2FE24EDE-2745-44CB-A5E8-BC5A52456997}" dt="2025-11-30T19:05:39.419" v="10694" actId="478"/>
        <pc:sldMkLst>
          <pc:docMk/>
          <pc:sldMk cId="2699717077" sldId="297"/>
        </pc:sldMkLst>
        <pc:spChg chg="add del mod">
          <ac:chgData name="Wiggins, Kimberly" userId="23e41ff0-8327-47b3-bfa5-f65afc7e2c9d" providerId="ADAL" clId="{2FE24EDE-2745-44CB-A5E8-BC5A52456997}" dt="2025-11-30T19:05:39.419" v="10694" actId="478"/>
          <ac:spMkLst>
            <pc:docMk/>
            <pc:sldMk cId="2699717077" sldId="297"/>
            <ac:spMk id="5" creationId="{A3854647-F4CC-4437-875B-A90C2F44DA3D}"/>
          </ac:spMkLst>
        </pc:spChg>
        <pc:spChg chg="add del mod">
          <ac:chgData name="Wiggins, Kimberly" userId="23e41ff0-8327-47b3-bfa5-f65afc7e2c9d" providerId="ADAL" clId="{2FE24EDE-2745-44CB-A5E8-BC5A52456997}" dt="2025-11-30T19:05:38.262" v="10693" actId="478"/>
          <ac:spMkLst>
            <pc:docMk/>
            <pc:sldMk cId="2699717077" sldId="297"/>
            <ac:spMk id="11" creationId="{18F17B3D-30E0-4170-AEC9-D75A18A3BDA9}"/>
          </ac:spMkLst>
        </pc:spChg>
        <pc:picChg chg="del">
          <ac:chgData name="Wiggins, Kimberly" userId="23e41ff0-8327-47b3-bfa5-f65afc7e2c9d" providerId="ADAL" clId="{2FE24EDE-2745-44CB-A5E8-BC5A52456997}" dt="2025-11-30T18:31:58.673" v="6806" actId="478"/>
          <ac:picMkLst>
            <pc:docMk/>
            <pc:sldMk cId="2699717077" sldId="297"/>
            <ac:picMk id="9" creationId="{372DD1A6-A4BE-1048-A9F2-4E80A6917D6C}"/>
          </ac:picMkLst>
        </pc:picChg>
        <pc:picChg chg="add del mod">
          <ac:chgData name="Wiggins, Kimberly" userId="23e41ff0-8327-47b3-bfa5-f65afc7e2c9d" providerId="ADAL" clId="{2FE24EDE-2745-44CB-A5E8-BC5A52456997}" dt="2025-11-30T19:05:37.168" v="10692" actId="478"/>
          <ac:picMkLst>
            <pc:docMk/>
            <pc:sldMk cId="2699717077" sldId="297"/>
            <ac:picMk id="10" creationId="{073BF852-A251-4DA4-82A3-1F984C557AE4}"/>
          </ac:picMkLst>
        </pc:picChg>
      </pc:sldChg>
      <pc:sldChg chg="delSp modSp add mod ord modNotesTx">
        <pc:chgData name="Wiggins, Kimberly" userId="23e41ff0-8327-47b3-bfa5-f65afc7e2c9d" providerId="ADAL" clId="{2FE24EDE-2745-44CB-A5E8-BC5A52456997}" dt="2025-11-30T19:05:11.059" v="10685" actId="478"/>
        <pc:sldMkLst>
          <pc:docMk/>
          <pc:sldMk cId="3833142963" sldId="298"/>
        </pc:sldMkLst>
        <pc:spChg chg="del mod">
          <ac:chgData name="Wiggins, Kimberly" userId="23e41ff0-8327-47b3-bfa5-f65afc7e2c9d" providerId="ADAL" clId="{2FE24EDE-2745-44CB-A5E8-BC5A52456997}" dt="2025-11-30T19:05:11.059" v="10685" actId="478"/>
          <ac:spMkLst>
            <pc:docMk/>
            <pc:sldMk cId="3833142963" sldId="298"/>
            <ac:spMk id="9" creationId="{1698A83F-C2E4-4DF4-A5BF-9CF970E9564B}"/>
          </ac:spMkLst>
        </pc:spChg>
      </pc:sldChg>
      <pc:sldChg chg="modSp add mod">
        <pc:chgData name="Wiggins, Kimberly" userId="23e41ff0-8327-47b3-bfa5-f65afc7e2c9d" providerId="ADAL" clId="{2FE24EDE-2745-44CB-A5E8-BC5A52456997}" dt="2025-11-30T19:03:59.243" v="10646" actId="1076"/>
        <pc:sldMkLst>
          <pc:docMk/>
          <pc:sldMk cId="131738377" sldId="299"/>
        </pc:sldMkLst>
        <pc:spChg chg="mod">
          <ac:chgData name="Wiggins, Kimberly" userId="23e41ff0-8327-47b3-bfa5-f65afc7e2c9d" providerId="ADAL" clId="{2FE24EDE-2745-44CB-A5E8-BC5A52456997}" dt="2025-11-30T19:03:59.243" v="10646" actId="1076"/>
          <ac:spMkLst>
            <pc:docMk/>
            <pc:sldMk cId="131738377" sldId="299"/>
            <ac:spMk id="9" creationId="{1698A83F-C2E4-4DF4-A5BF-9CF970E9564B}"/>
          </ac:spMkLst>
        </pc:spChg>
      </pc:sldChg>
      <pc:sldChg chg="modSp add mod">
        <pc:chgData name="Wiggins, Kimberly" userId="23e41ff0-8327-47b3-bfa5-f65afc7e2c9d" providerId="ADAL" clId="{2FE24EDE-2745-44CB-A5E8-BC5A52456997}" dt="2025-11-30T19:02:55.251" v="10600" actId="113"/>
        <pc:sldMkLst>
          <pc:docMk/>
          <pc:sldMk cId="2701605144" sldId="300"/>
        </pc:sldMkLst>
        <pc:spChg chg="mod">
          <ac:chgData name="Wiggins, Kimberly" userId="23e41ff0-8327-47b3-bfa5-f65afc7e2c9d" providerId="ADAL" clId="{2FE24EDE-2745-44CB-A5E8-BC5A52456997}" dt="2025-11-30T19:02:55.251" v="10600" actId="113"/>
          <ac:spMkLst>
            <pc:docMk/>
            <pc:sldMk cId="2701605144" sldId="300"/>
            <ac:spMk id="9" creationId="{1698A83F-C2E4-4DF4-A5BF-9CF970E9564B}"/>
          </ac:spMkLst>
        </pc:spChg>
      </pc:sldChg>
      <pc:sldChg chg="modSp add mod ord modNotesTx">
        <pc:chgData name="Wiggins, Kimberly" userId="23e41ff0-8327-47b3-bfa5-f65afc7e2c9d" providerId="ADAL" clId="{2FE24EDE-2745-44CB-A5E8-BC5A52456997}" dt="2025-11-30T19:03:38.175" v="10607" actId="1076"/>
        <pc:sldMkLst>
          <pc:docMk/>
          <pc:sldMk cId="3121572204" sldId="301"/>
        </pc:sldMkLst>
        <pc:spChg chg="mod">
          <ac:chgData name="Wiggins, Kimberly" userId="23e41ff0-8327-47b3-bfa5-f65afc7e2c9d" providerId="ADAL" clId="{2FE24EDE-2745-44CB-A5E8-BC5A52456997}" dt="2025-11-30T19:03:38.175" v="10607" actId="1076"/>
          <ac:spMkLst>
            <pc:docMk/>
            <pc:sldMk cId="3121572204" sldId="301"/>
            <ac:spMk id="9" creationId="{1698A83F-C2E4-4DF4-A5BF-9CF970E9564B}"/>
          </ac:spMkLst>
        </pc:spChg>
      </pc:sldChg>
      <pc:sldChg chg="modSp add mod ord">
        <pc:chgData name="Wiggins, Kimberly" userId="23e41ff0-8327-47b3-bfa5-f65afc7e2c9d" providerId="ADAL" clId="{2FE24EDE-2745-44CB-A5E8-BC5A52456997}" dt="2025-11-30T19:04:36.903" v="10650" actId="113"/>
        <pc:sldMkLst>
          <pc:docMk/>
          <pc:sldMk cId="3890296756" sldId="302"/>
        </pc:sldMkLst>
        <pc:spChg chg="mod">
          <ac:chgData name="Wiggins, Kimberly" userId="23e41ff0-8327-47b3-bfa5-f65afc7e2c9d" providerId="ADAL" clId="{2FE24EDE-2745-44CB-A5E8-BC5A52456997}" dt="2025-11-30T19:04:36.903" v="10650" actId="113"/>
          <ac:spMkLst>
            <pc:docMk/>
            <pc:sldMk cId="3890296756" sldId="302"/>
            <ac:spMk id="9" creationId="{1698A83F-C2E4-4DF4-A5BF-9CF970E9564B}"/>
          </ac:spMkLst>
        </pc:spChg>
      </pc:sldChg>
      <pc:sldChg chg="modSp add mod">
        <pc:chgData name="Wiggins, Kimberly" userId="23e41ff0-8327-47b3-bfa5-f65afc7e2c9d" providerId="ADAL" clId="{2FE24EDE-2745-44CB-A5E8-BC5A52456997}" dt="2025-11-30T19:04:50.385" v="10683" actId="20577"/>
        <pc:sldMkLst>
          <pc:docMk/>
          <pc:sldMk cId="3766785831" sldId="303"/>
        </pc:sldMkLst>
        <pc:spChg chg="mod">
          <ac:chgData name="Wiggins, Kimberly" userId="23e41ff0-8327-47b3-bfa5-f65afc7e2c9d" providerId="ADAL" clId="{2FE24EDE-2745-44CB-A5E8-BC5A52456997}" dt="2025-11-30T19:04:50.385" v="10683" actId="20577"/>
          <ac:spMkLst>
            <pc:docMk/>
            <pc:sldMk cId="3766785831" sldId="303"/>
            <ac:spMk id="9" creationId="{1698A83F-C2E4-4DF4-A5BF-9CF970E9564B}"/>
          </ac:spMkLst>
        </pc:spChg>
      </pc:sldChg>
      <pc:sldChg chg="add">
        <pc:chgData name="Wiggins, Kimberly" userId="23e41ff0-8327-47b3-bfa5-f65afc7e2c9d" providerId="ADAL" clId="{2FE24EDE-2745-44CB-A5E8-BC5A52456997}" dt="2025-11-30T19:05:05.125" v="10684" actId="2890"/>
        <pc:sldMkLst>
          <pc:docMk/>
          <pc:sldMk cId="1914201621" sldId="304"/>
        </pc:sldMkLst>
      </pc:sldChg>
      <pc:sldChg chg="add ord">
        <pc:chgData name="Wiggins, Kimberly" userId="23e41ff0-8327-47b3-bfa5-f65afc7e2c9d" providerId="ADAL" clId="{2FE24EDE-2745-44CB-A5E8-BC5A52456997}" dt="2025-11-30T19:06:03.154" v="10698"/>
        <pc:sldMkLst>
          <pc:docMk/>
          <pc:sldMk cId="1915304552" sldId="305"/>
        </pc:sldMkLst>
      </pc:sldChg>
      <pc:sldChg chg="add">
        <pc:chgData name="Wiggins, Kimberly" userId="23e41ff0-8327-47b3-bfa5-f65afc7e2c9d" providerId="ADAL" clId="{2FE24EDE-2745-44CB-A5E8-BC5A52456997}" dt="2025-11-30T19:05:35.310" v="10691" actId="2890"/>
        <pc:sldMkLst>
          <pc:docMk/>
          <pc:sldMk cId="1056603715" sldId="306"/>
        </pc:sldMkLst>
      </pc:sldChg>
      <pc:sldChg chg="add modNotesTx">
        <pc:chgData name="Wiggins, Kimberly" userId="23e41ff0-8327-47b3-bfa5-f65afc7e2c9d" providerId="ADAL" clId="{2FE24EDE-2745-44CB-A5E8-BC5A52456997}" dt="2025-11-30T19:08:21.662" v="10832" actId="20577"/>
        <pc:sldMkLst>
          <pc:docMk/>
          <pc:sldMk cId="3900340979" sldId="307"/>
        </pc:sldMkLst>
      </pc:sldChg>
      <pc:sldChg chg="modSp add mod">
        <pc:chgData name="Wiggins, Kimberly" userId="23e41ff0-8327-47b3-bfa5-f65afc7e2c9d" providerId="ADAL" clId="{2FE24EDE-2745-44CB-A5E8-BC5A52456997}" dt="2025-11-30T19:13:27.891" v="11685" actId="113"/>
        <pc:sldMkLst>
          <pc:docMk/>
          <pc:sldMk cId="2831739865" sldId="308"/>
        </pc:sldMkLst>
        <pc:spChg chg="mod">
          <ac:chgData name="Wiggins, Kimberly" userId="23e41ff0-8327-47b3-bfa5-f65afc7e2c9d" providerId="ADAL" clId="{2FE24EDE-2745-44CB-A5E8-BC5A52456997}" dt="2025-11-30T19:13:15.271" v="11681" actId="20577"/>
          <ac:spMkLst>
            <pc:docMk/>
            <pc:sldMk cId="2831739865" sldId="308"/>
            <ac:spMk id="2" creationId="{00000000-0000-0000-0000-000000000000}"/>
          </ac:spMkLst>
        </pc:spChg>
        <pc:spChg chg="mod">
          <ac:chgData name="Wiggins, Kimberly" userId="23e41ff0-8327-47b3-bfa5-f65afc7e2c9d" providerId="ADAL" clId="{2FE24EDE-2745-44CB-A5E8-BC5A52456997}" dt="2025-11-30T19:13:27.891" v="11685" actId="113"/>
          <ac:spMkLst>
            <pc:docMk/>
            <pc:sldMk cId="2831739865" sldId="308"/>
            <ac:spMk id="3" creationId="{00000000-0000-0000-0000-000000000000}"/>
          </ac:spMkLst>
        </pc:spChg>
      </pc:sldChg>
      <pc:sldChg chg="modSp add mod">
        <pc:chgData name="Wiggins, Kimberly" userId="23e41ff0-8327-47b3-bfa5-f65afc7e2c9d" providerId="ADAL" clId="{2FE24EDE-2745-44CB-A5E8-BC5A52456997}" dt="2025-11-30T19:20:22.947" v="12575" actId="14100"/>
        <pc:sldMkLst>
          <pc:docMk/>
          <pc:sldMk cId="329999177" sldId="309"/>
        </pc:sldMkLst>
        <pc:spChg chg="mod">
          <ac:chgData name="Wiggins, Kimberly" userId="23e41ff0-8327-47b3-bfa5-f65afc7e2c9d" providerId="ADAL" clId="{2FE24EDE-2745-44CB-A5E8-BC5A52456997}" dt="2025-11-30T19:13:56.822" v="11708" actId="20577"/>
          <ac:spMkLst>
            <pc:docMk/>
            <pc:sldMk cId="329999177" sldId="309"/>
            <ac:spMk id="2" creationId="{00000000-0000-0000-0000-000000000000}"/>
          </ac:spMkLst>
        </pc:spChg>
        <pc:spChg chg="mod">
          <ac:chgData name="Wiggins, Kimberly" userId="23e41ff0-8327-47b3-bfa5-f65afc7e2c9d" providerId="ADAL" clId="{2FE24EDE-2745-44CB-A5E8-BC5A52456997}" dt="2025-11-30T19:20:22.947" v="12575" actId="14100"/>
          <ac:spMkLst>
            <pc:docMk/>
            <pc:sldMk cId="329999177" sldId="309"/>
            <ac:spMk id="3" creationId="{00000000-0000-0000-0000-000000000000}"/>
          </ac:spMkLst>
        </pc:spChg>
      </pc:sldChg>
    </pc:docChg>
  </pc:docChgLst>
  <pc:docChgLst>
    <pc:chgData name="Wiggins, Kimberly" userId="23e41ff0-8327-47b3-bfa5-f65afc7e2c9d" providerId="ADAL" clId="{A0F97D8C-61E4-466C-8936-6742A1A2904A}"/>
    <pc:docChg chg="undo custSel addSld delSld modSld sldOrd modMainMaster">
      <pc:chgData name="Wiggins, Kimberly" userId="23e41ff0-8327-47b3-bfa5-f65afc7e2c9d" providerId="ADAL" clId="{A0F97D8C-61E4-466C-8936-6742A1A2904A}" dt="2025-12-02T18:25:24.390" v="1066" actId="729"/>
      <pc:docMkLst>
        <pc:docMk/>
      </pc:docMkLst>
      <pc:sldChg chg="modSp mod ord">
        <pc:chgData name="Wiggins, Kimberly" userId="23e41ff0-8327-47b3-bfa5-f65afc7e2c9d" providerId="ADAL" clId="{A0F97D8C-61E4-466C-8936-6742A1A2904A}" dt="2025-12-02T18:19:10.850" v="903" actId="20577"/>
        <pc:sldMkLst>
          <pc:docMk/>
          <pc:sldMk cId="0" sldId="256"/>
        </pc:sldMkLst>
        <pc:spChg chg="mod">
          <ac:chgData name="Wiggins, Kimberly" userId="23e41ff0-8327-47b3-bfa5-f65afc7e2c9d" providerId="ADAL" clId="{A0F97D8C-61E4-466C-8936-6742A1A2904A}" dt="2025-11-30T17:01:14.973" v="406" actId="2711"/>
          <ac:spMkLst>
            <pc:docMk/>
            <pc:sldMk cId="0" sldId="256"/>
            <ac:spMk id="2" creationId="{00000000-0000-0000-0000-000000000000}"/>
          </ac:spMkLst>
        </pc:spChg>
        <pc:spChg chg="mod">
          <ac:chgData name="Wiggins, Kimberly" userId="23e41ff0-8327-47b3-bfa5-f65afc7e2c9d" providerId="ADAL" clId="{A0F97D8C-61E4-466C-8936-6742A1A2904A}" dt="2025-12-02T18:19:10.850" v="903" actId="20577"/>
          <ac:spMkLst>
            <pc:docMk/>
            <pc:sldMk cId="0" sldId="256"/>
            <ac:spMk id="3" creationId="{00000000-0000-0000-0000-000000000000}"/>
          </ac:spMkLst>
        </pc:spChg>
      </pc:sldChg>
      <pc:sldChg chg="addSp delSp modSp mod setBg">
        <pc:chgData name="Wiggins, Kimberly" userId="23e41ff0-8327-47b3-bfa5-f65afc7e2c9d" providerId="ADAL" clId="{A0F97D8C-61E4-466C-8936-6742A1A2904A}" dt="2025-12-02T18:19:57.081" v="912" actId="20577"/>
        <pc:sldMkLst>
          <pc:docMk/>
          <pc:sldMk cId="0" sldId="257"/>
        </pc:sldMkLst>
        <pc:spChg chg="mod">
          <ac:chgData name="Wiggins, Kimberly" userId="23e41ff0-8327-47b3-bfa5-f65afc7e2c9d" providerId="ADAL" clId="{A0F97D8C-61E4-466C-8936-6742A1A2904A}" dt="2025-12-02T18:19:57.081" v="912" actId="20577"/>
          <ac:spMkLst>
            <pc:docMk/>
            <pc:sldMk cId="0" sldId="257"/>
            <ac:spMk id="2" creationId="{00000000-0000-0000-0000-000000000000}"/>
          </ac:spMkLst>
        </pc:spChg>
        <pc:spChg chg="add del mod">
          <ac:chgData name="Wiggins, Kimberly" userId="23e41ff0-8327-47b3-bfa5-f65afc7e2c9d" providerId="ADAL" clId="{A0F97D8C-61E4-466C-8936-6742A1A2904A}" dt="2025-12-02T18:19:46.238" v="905" actId="26606"/>
          <ac:spMkLst>
            <pc:docMk/>
            <pc:sldMk cId="0" sldId="257"/>
            <ac:spMk id="3" creationId="{00000000-0000-0000-0000-000000000000}"/>
          </ac:spMkLst>
        </pc:spChg>
        <pc:spChg chg="add del">
          <ac:chgData name="Wiggins, Kimberly" userId="23e41ff0-8327-47b3-bfa5-f65afc7e2c9d" providerId="ADAL" clId="{A0F97D8C-61E4-466C-8936-6742A1A2904A}" dt="2025-12-02T18:19:46.238" v="905" actId="26606"/>
          <ac:spMkLst>
            <pc:docMk/>
            <pc:sldMk cId="0" sldId="257"/>
            <ac:spMk id="10" creationId="{B50AB553-2A96-4A92-96F2-93548E096954}"/>
          </ac:spMkLst>
        </pc:spChg>
        <pc:graphicFrameChg chg="add del">
          <ac:chgData name="Wiggins, Kimberly" userId="23e41ff0-8327-47b3-bfa5-f65afc7e2c9d" providerId="ADAL" clId="{A0F97D8C-61E4-466C-8936-6742A1A2904A}" dt="2025-12-02T18:19:46.238" v="905" actId="26606"/>
          <ac:graphicFrameMkLst>
            <pc:docMk/>
            <pc:sldMk cId="0" sldId="257"/>
            <ac:graphicFrameMk id="5" creationId="{D3BCB0A2-66CC-77FD-8F70-426EDCDB8951}"/>
          </ac:graphicFrameMkLst>
        </pc:graphicFrameChg>
        <pc:picChg chg="add del">
          <ac:chgData name="Wiggins, Kimberly" userId="23e41ff0-8327-47b3-bfa5-f65afc7e2c9d" providerId="ADAL" clId="{A0F97D8C-61E4-466C-8936-6742A1A2904A}" dt="2025-12-02T18:19:46.238" v="905" actId="26606"/>
          <ac:picMkLst>
            <pc:docMk/>
            <pc:sldMk cId="0" sldId="257"/>
            <ac:picMk id="6" creationId="{73ED1EB6-4953-FF08-1742-3D1ABF0BC66E}"/>
          </ac:picMkLst>
        </pc:picChg>
      </pc:sldChg>
      <pc:sldChg chg="addSp delSp modSp del mod setBg">
        <pc:chgData name="Wiggins, Kimberly" userId="23e41ff0-8327-47b3-bfa5-f65afc7e2c9d" providerId="ADAL" clId="{A0F97D8C-61E4-466C-8936-6742A1A2904A}" dt="2025-12-02T18:24:25.680" v="1041" actId="47"/>
        <pc:sldMkLst>
          <pc:docMk/>
          <pc:sldMk cId="0" sldId="258"/>
        </pc:sldMkLst>
        <pc:spChg chg="mod">
          <ac:chgData name="Wiggins, Kimberly" userId="23e41ff0-8327-47b3-bfa5-f65afc7e2c9d" providerId="ADAL" clId="{A0F97D8C-61E4-466C-8936-6742A1A2904A}" dt="2025-11-30T17:01:24.567" v="408" actId="2711"/>
          <ac:spMkLst>
            <pc:docMk/>
            <pc:sldMk cId="0" sldId="258"/>
            <ac:spMk id="2" creationId="{00000000-0000-0000-0000-000000000000}"/>
          </ac:spMkLst>
        </pc:spChg>
        <pc:spChg chg="mod">
          <ac:chgData name="Wiggins, Kimberly" userId="23e41ff0-8327-47b3-bfa5-f65afc7e2c9d" providerId="ADAL" clId="{A0F97D8C-61E4-466C-8936-6742A1A2904A}" dt="2025-11-30T17:02:06.634" v="419" actId="5793"/>
          <ac:spMkLst>
            <pc:docMk/>
            <pc:sldMk cId="0" sldId="258"/>
            <ac:spMk id="3" creationId="{00000000-0000-0000-0000-000000000000}"/>
          </ac:spMkLst>
        </pc:spChg>
        <pc:spChg chg="add mod">
          <ac:chgData name="Wiggins, Kimberly" userId="23e41ff0-8327-47b3-bfa5-f65afc7e2c9d" providerId="ADAL" clId="{A0F97D8C-61E4-466C-8936-6742A1A2904A}" dt="2025-12-02T18:24:14.370" v="1039" actId="20577"/>
          <ac:spMkLst>
            <pc:docMk/>
            <pc:sldMk cId="0" sldId="258"/>
            <ac:spMk id="5" creationId="{EF333511-6C9E-B6E7-B147-FC34168EAE45}"/>
          </ac:spMkLst>
        </pc:spChg>
        <pc:spChg chg="add">
          <ac:chgData name="Wiggins, Kimberly" userId="23e41ff0-8327-47b3-bfa5-f65afc7e2c9d" providerId="ADAL" clId="{A0F97D8C-61E4-466C-8936-6742A1A2904A}" dt="2025-11-29T16:37:54.410" v="13" actId="26606"/>
          <ac:spMkLst>
            <pc:docMk/>
            <pc:sldMk cId="0" sldId="258"/>
            <ac:spMk id="7" creationId="{2B97F24A-32CE-4C1C-A50D-3016B394DCFB}"/>
          </ac:spMkLst>
        </pc:spChg>
        <pc:spChg chg="add">
          <ac:chgData name="Wiggins, Kimberly" userId="23e41ff0-8327-47b3-bfa5-f65afc7e2c9d" providerId="ADAL" clId="{A0F97D8C-61E4-466C-8936-6742A1A2904A}" dt="2025-11-29T16:37:54.410" v="13" actId="26606"/>
          <ac:spMkLst>
            <pc:docMk/>
            <pc:sldMk cId="0" sldId="258"/>
            <ac:spMk id="8" creationId="{CD8B4F24-440B-49E9-B85D-733523DC064B}"/>
          </ac:spMkLst>
        </pc:spChg>
        <pc:picChg chg="add mod">
          <ac:chgData name="Wiggins, Kimberly" userId="23e41ff0-8327-47b3-bfa5-f65afc7e2c9d" providerId="ADAL" clId="{A0F97D8C-61E4-466C-8936-6742A1A2904A}" dt="2025-11-29T16:39:02.399" v="18" actId="1076"/>
          <ac:picMkLst>
            <pc:docMk/>
            <pc:sldMk cId="0" sldId="258"/>
            <ac:picMk id="9" creationId="{372DD1A6-A4BE-1048-A9F2-4E80A6917D6C}"/>
          </ac:picMkLst>
        </pc:picChg>
      </pc:sldChg>
      <pc:sldChg chg="addSp delSp modSp mod setBg">
        <pc:chgData name="Wiggins, Kimberly" userId="23e41ff0-8327-47b3-bfa5-f65afc7e2c9d" providerId="ADAL" clId="{A0F97D8C-61E4-466C-8936-6742A1A2904A}" dt="2025-11-29T16:45:35.294" v="61" actId="14"/>
        <pc:sldMkLst>
          <pc:docMk/>
          <pc:sldMk cId="0" sldId="261"/>
        </pc:sldMkLst>
        <pc:spChg chg="mod">
          <ac:chgData name="Wiggins, Kimberly" userId="23e41ff0-8327-47b3-bfa5-f65afc7e2c9d" providerId="ADAL" clId="{A0F97D8C-61E4-466C-8936-6742A1A2904A}" dt="2025-11-29T16:45:19.225" v="57" actId="26606"/>
          <ac:spMkLst>
            <pc:docMk/>
            <pc:sldMk cId="0" sldId="261"/>
            <ac:spMk id="2" creationId="{00000000-0000-0000-0000-000000000000}"/>
          </ac:spMkLst>
        </pc:spChg>
        <pc:spChg chg="add del mod">
          <ac:chgData name="Wiggins, Kimberly" userId="23e41ff0-8327-47b3-bfa5-f65afc7e2c9d" providerId="ADAL" clId="{A0F97D8C-61E4-466C-8936-6742A1A2904A}" dt="2025-11-29T16:45:35.294" v="61" actId="14"/>
          <ac:spMkLst>
            <pc:docMk/>
            <pc:sldMk cId="0" sldId="261"/>
            <ac:spMk id="3" creationId="{00000000-0000-0000-0000-000000000000}"/>
          </ac:spMkLst>
        </pc:spChg>
      </pc:sldChg>
      <pc:sldChg chg="modSp mod">
        <pc:chgData name="Wiggins, Kimberly" userId="23e41ff0-8327-47b3-bfa5-f65afc7e2c9d" providerId="ADAL" clId="{A0F97D8C-61E4-466C-8936-6742A1A2904A}" dt="2025-11-29T16:47:22.698" v="77" actId="20577"/>
        <pc:sldMkLst>
          <pc:docMk/>
          <pc:sldMk cId="0" sldId="262"/>
        </pc:sldMkLst>
        <pc:spChg chg="mod">
          <ac:chgData name="Wiggins, Kimberly" userId="23e41ff0-8327-47b3-bfa5-f65afc7e2c9d" providerId="ADAL" clId="{A0F97D8C-61E4-466C-8936-6742A1A2904A}" dt="2025-11-29T16:47:22.698" v="77" actId="20577"/>
          <ac:spMkLst>
            <pc:docMk/>
            <pc:sldMk cId="0" sldId="262"/>
            <ac:spMk id="3" creationId="{00000000-0000-0000-0000-000000000000}"/>
          </ac:spMkLst>
        </pc:spChg>
      </pc:sldChg>
      <pc:sldChg chg="modSp mod ord">
        <pc:chgData name="Wiggins, Kimberly" userId="23e41ff0-8327-47b3-bfa5-f65afc7e2c9d" providerId="ADAL" clId="{A0F97D8C-61E4-466C-8936-6742A1A2904A}" dt="2025-12-02T18:17:01.541" v="780"/>
        <pc:sldMkLst>
          <pc:docMk/>
          <pc:sldMk cId="0" sldId="263"/>
        </pc:sldMkLst>
        <pc:spChg chg="mod">
          <ac:chgData name="Wiggins, Kimberly" userId="23e41ff0-8327-47b3-bfa5-f65afc7e2c9d" providerId="ADAL" clId="{A0F97D8C-61E4-466C-8936-6742A1A2904A}" dt="2025-11-29T16:55:24.861" v="405" actId="2711"/>
          <ac:spMkLst>
            <pc:docMk/>
            <pc:sldMk cId="0" sldId="263"/>
            <ac:spMk id="2" creationId="{00000000-0000-0000-0000-000000000000}"/>
          </ac:spMkLst>
        </pc:spChg>
        <pc:spChg chg="mod">
          <ac:chgData name="Wiggins, Kimberly" userId="23e41ff0-8327-47b3-bfa5-f65afc7e2c9d" providerId="ADAL" clId="{A0F97D8C-61E4-466C-8936-6742A1A2904A}" dt="2025-11-29T16:55:17.805" v="404" actId="14"/>
          <ac:spMkLst>
            <pc:docMk/>
            <pc:sldMk cId="0" sldId="263"/>
            <ac:spMk id="3" creationId="{00000000-0000-0000-0000-000000000000}"/>
          </ac:spMkLst>
        </pc:spChg>
      </pc:sldChg>
      <pc:sldChg chg="modSp mod">
        <pc:chgData name="Wiggins, Kimberly" userId="23e41ff0-8327-47b3-bfa5-f65afc7e2c9d" providerId="ADAL" clId="{A0F97D8C-61E4-466C-8936-6742A1A2904A}" dt="2025-11-29T16:48:08.048" v="117" actId="12"/>
        <pc:sldMkLst>
          <pc:docMk/>
          <pc:sldMk cId="0" sldId="264"/>
        </pc:sldMkLst>
        <pc:spChg chg="mod">
          <ac:chgData name="Wiggins, Kimberly" userId="23e41ff0-8327-47b3-bfa5-f65afc7e2c9d" providerId="ADAL" clId="{A0F97D8C-61E4-466C-8936-6742A1A2904A}" dt="2025-11-29T16:48:08.048" v="117" actId="12"/>
          <ac:spMkLst>
            <pc:docMk/>
            <pc:sldMk cId="0" sldId="264"/>
            <ac:spMk id="3" creationId="{00000000-0000-0000-0000-000000000000}"/>
          </ac:spMkLst>
        </pc:spChg>
      </pc:sldChg>
      <pc:sldChg chg="modSp ord">
        <pc:chgData name="Wiggins, Kimberly" userId="23e41ff0-8327-47b3-bfa5-f65afc7e2c9d" providerId="ADAL" clId="{A0F97D8C-61E4-466C-8936-6742A1A2904A}" dt="2025-12-02T17:17:59.219" v="592"/>
        <pc:sldMkLst>
          <pc:docMk/>
          <pc:sldMk cId="0" sldId="267"/>
        </pc:sldMkLst>
        <pc:spChg chg="mod">
          <ac:chgData name="Wiggins, Kimberly" userId="23e41ff0-8327-47b3-bfa5-f65afc7e2c9d" providerId="ADAL" clId="{A0F97D8C-61E4-466C-8936-6742A1A2904A}" dt="2025-11-29T16:29:25.692" v="0"/>
          <ac:spMkLst>
            <pc:docMk/>
            <pc:sldMk cId="0" sldId="267"/>
            <ac:spMk id="4" creationId="{00000000-0000-0000-0000-000000000000}"/>
          </ac:spMkLst>
        </pc:spChg>
      </pc:sldChg>
      <pc:sldChg chg="modSp">
        <pc:chgData name="Wiggins, Kimberly" userId="23e41ff0-8327-47b3-bfa5-f65afc7e2c9d" providerId="ADAL" clId="{A0F97D8C-61E4-466C-8936-6742A1A2904A}" dt="2025-11-29T16:29:25.692" v="0"/>
        <pc:sldMkLst>
          <pc:docMk/>
          <pc:sldMk cId="0" sldId="268"/>
        </pc:sldMkLst>
        <pc:spChg chg="mod">
          <ac:chgData name="Wiggins, Kimberly" userId="23e41ff0-8327-47b3-bfa5-f65afc7e2c9d" providerId="ADAL" clId="{A0F97D8C-61E4-466C-8936-6742A1A2904A}" dt="2025-11-29T16:29:25.692" v="0"/>
          <ac:spMkLst>
            <pc:docMk/>
            <pc:sldMk cId="0" sldId="268"/>
            <ac:spMk id="4" creationId="{00000000-0000-0000-0000-000000000000}"/>
          </ac:spMkLst>
        </pc:spChg>
      </pc:sldChg>
      <pc:sldChg chg="modSp">
        <pc:chgData name="Wiggins, Kimberly" userId="23e41ff0-8327-47b3-bfa5-f65afc7e2c9d" providerId="ADAL" clId="{A0F97D8C-61E4-466C-8936-6742A1A2904A}" dt="2025-11-29T16:29:25.692" v="0"/>
        <pc:sldMkLst>
          <pc:docMk/>
          <pc:sldMk cId="0" sldId="270"/>
        </pc:sldMkLst>
        <pc:picChg chg="mod">
          <ac:chgData name="Wiggins, Kimberly" userId="23e41ff0-8327-47b3-bfa5-f65afc7e2c9d" providerId="ADAL" clId="{A0F97D8C-61E4-466C-8936-6742A1A2904A}" dt="2025-11-29T16:29:25.692" v="0"/>
          <ac:picMkLst>
            <pc:docMk/>
            <pc:sldMk cId="0" sldId="270"/>
            <ac:picMk id="4" creationId="{00000000-0000-0000-0000-000000000000}"/>
          </ac:picMkLst>
        </pc:picChg>
      </pc:sldChg>
      <pc:sldChg chg="del">
        <pc:chgData name="Wiggins, Kimberly" userId="23e41ff0-8327-47b3-bfa5-f65afc7e2c9d" providerId="ADAL" clId="{A0F97D8C-61E4-466C-8936-6742A1A2904A}" dt="2025-12-02T17:19:53.521" v="594" actId="47"/>
        <pc:sldMkLst>
          <pc:docMk/>
          <pc:sldMk cId="0" sldId="274"/>
        </pc:sldMkLst>
      </pc:sldChg>
      <pc:sldChg chg="modSp add mod">
        <pc:chgData name="Wiggins, Kimberly" userId="23e41ff0-8327-47b3-bfa5-f65afc7e2c9d" providerId="ADAL" clId="{A0F97D8C-61E4-466C-8936-6742A1A2904A}" dt="2025-11-29T16:45:52.253" v="63" actId="20577"/>
        <pc:sldMkLst>
          <pc:docMk/>
          <pc:sldMk cId="4260825239" sldId="276"/>
        </pc:sldMkLst>
        <pc:spChg chg="mod">
          <ac:chgData name="Wiggins, Kimberly" userId="23e41ff0-8327-47b3-bfa5-f65afc7e2c9d" providerId="ADAL" clId="{A0F97D8C-61E4-466C-8936-6742A1A2904A}" dt="2025-11-29T16:45:52.253" v="63" actId="20577"/>
          <ac:spMkLst>
            <pc:docMk/>
            <pc:sldMk cId="4260825239" sldId="276"/>
            <ac:spMk id="3" creationId="{29E51602-BA7B-1A96-A72B-C88BFC3D405C}"/>
          </ac:spMkLst>
        </pc:spChg>
      </pc:sldChg>
      <pc:sldChg chg="modSp add mod modNotesTx">
        <pc:chgData name="Wiggins, Kimberly" userId="23e41ff0-8327-47b3-bfa5-f65afc7e2c9d" providerId="ADAL" clId="{A0F97D8C-61E4-466C-8936-6742A1A2904A}" dt="2025-12-02T17:15:07.274" v="492" actId="113"/>
        <pc:sldMkLst>
          <pc:docMk/>
          <pc:sldMk cId="4155561830" sldId="277"/>
        </pc:sldMkLst>
        <pc:spChg chg="mod">
          <ac:chgData name="Wiggins, Kimberly" userId="23e41ff0-8327-47b3-bfa5-f65afc7e2c9d" providerId="ADAL" clId="{A0F97D8C-61E4-466C-8936-6742A1A2904A}" dt="2025-11-29T16:47:30.041" v="102" actId="20577"/>
          <ac:spMkLst>
            <pc:docMk/>
            <pc:sldMk cId="4155561830" sldId="277"/>
            <ac:spMk id="2" creationId="{F451110E-D4DB-AB8B-2871-5F3284CFA3ED}"/>
          </ac:spMkLst>
        </pc:spChg>
        <pc:spChg chg="mod">
          <ac:chgData name="Wiggins, Kimberly" userId="23e41ff0-8327-47b3-bfa5-f65afc7e2c9d" providerId="ADAL" clId="{A0F97D8C-61E4-466C-8936-6742A1A2904A}" dt="2025-12-02T17:15:07.274" v="492" actId="113"/>
          <ac:spMkLst>
            <pc:docMk/>
            <pc:sldMk cId="4155561830" sldId="277"/>
            <ac:spMk id="3" creationId="{B2FC71AF-9760-9F05-A119-5D75D414F187}"/>
          </ac:spMkLst>
        </pc:spChg>
      </pc:sldChg>
      <pc:sldChg chg="modSp add mod modClrScheme chgLayout">
        <pc:chgData name="Wiggins, Kimberly" userId="23e41ff0-8327-47b3-bfa5-f65afc7e2c9d" providerId="ADAL" clId="{A0F97D8C-61E4-466C-8936-6742A1A2904A}" dt="2025-11-29T16:51:09.873" v="304" actId="122"/>
        <pc:sldMkLst>
          <pc:docMk/>
          <pc:sldMk cId="1172627519" sldId="278"/>
        </pc:sldMkLst>
        <pc:spChg chg="mod ord">
          <ac:chgData name="Wiggins, Kimberly" userId="23e41ff0-8327-47b3-bfa5-f65afc7e2c9d" providerId="ADAL" clId="{A0F97D8C-61E4-466C-8936-6742A1A2904A}" dt="2025-11-29T16:50:59.606" v="302" actId="6549"/>
          <ac:spMkLst>
            <pc:docMk/>
            <pc:sldMk cId="1172627519" sldId="278"/>
            <ac:spMk id="2" creationId="{6E9886FA-67BC-1262-2539-21E7BA76AD71}"/>
          </ac:spMkLst>
        </pc:spChg>
        <pc:spChg chg="mod ord">
          <ac:chgData name="Wiggins, Kimberly" userId="23e41ff0-8327-47b3-bfa5-f65afc7e2c9d" providerId="ADAL" clId="{A0F97D8C-61E4-466C-8936-6742A1A2904A}" dt="2025-11-29T16:51:09.873" v="304" actId="122"/>
          <ac:spMkLst>
            <pc:docMk/>
            <pc:sldMk cId="1172627519" sldId="278"/>
            <ac:spMk id="3" creationId="{3B59CE64-9048-7476-A51F-42DA85688201}"/>
          </ac:spMkLst>
        </pc:spChg>
      </pc:sldChg>
      <pc:sldChg chg="addSp delSp modSp add mod">
        <pc:chgData name="Wiggins, Kimberly" userId="23e41ff0-8327-47b3-bfa5-f65afc7e2c9d" providerId="ADAL" clId="{A0F97D8C-61E4-466C-8936-6742A1A2904A}" dt="2025-12-02T18:24:44.078" v="1061" actId="20577"/>
        <pc:sldMkLst>
          <pc:docMk/>
          <pc:sldMk cId="3991017946" sldId="279"/>
        </pc:sldMkLst>
        <pc:spChg chg="mod">
          <ac:chgData name="Wiggins, Kimberly" userId="23e41ff0-8327-47b3-bfa5-f65afc7e2c9d" providerId="ADAL" clId="{A0F97D8C-61E4-466C-8936-6742A1A2904A}" dt="2025-12-02T18:24:44.078" v="1061" actId="20577"/>
          <ac:spMkLst>
            <pc:docMk/>
            <pc:sldMk cId="3991017946" sldId="279"/>
            <ac:spMk id="2" creationId="{84A5DCBB-226D-DC2A-81F0-701CCEF4EA9C}"/>
          </ac:spMkLst>
        </pc:spChg>
        <pc:spChg chg="mod">
          <ac:chgData name="Wiggins, Kimberly" userId="23e41ff0-8327-47b3-bfa5-f65afc7e2c9d" providerId="ADAL" clId="{A0F97D8C-61E4-466C-8936-6742A1A2904A}" dt="2025-11-30T17:05:09.264" v="443" actId="14100"/>
          <ac:spMkLst>
            <pc:docMk/>
            <pc:sldMk cId="3991017946" sldId="279"/>
            <ac:spMk id="3" creationId="{8CE0ED12-CDD0-1826-35FB-CF60874E9575}"/>
          </ac:spMkLst>
        </pc:spChg>
        <pc:spChg chg="add mod">
          <ac:chgData name="Wiggins, Kimberly" userId="23e41ff0-8327-47b3-bfa5-f65afc7e2c9d" providerId="ADAL" clId="{A0F97D8C-61E4-466C-8936-6742A1A2904A}" dt="2025-12-02T18:24:24.118" v="1040"/>
          <ac:spMkLst>
            <pc:docMk/>
            <pc:sldMk cId="3991017946" sldId="279"/>
            <ac:spMk id="5" creationId="{4A248289-9758-183F-73D1-1630D8CF1A1C}"/>
          </ac:spMkLst>
        </pc:spChg>
        <pc:picChg chg="add mod">
          <ac:chgData name="Wiggins, Kimberly" userId="23e41ff0-8327-47b3-bfa5-f65afc7e2c9d" providerId="ADAL" clId="{A0F97D8C-61E4-466C-8936-6742A1A2904A}" dt="2025-12-02T18:24:24.118" v="1040"/>
          <ac:picMkLst>
            <pc:docMk/>
            <pc:sldMk cId="3991017946" sldId="279"/>
            <ac:picMk id="4" creationId="{C731D0BB-A423-7013-B8A8-7F2F5C60D87F}"/>
          </ac:picMkLst>
        </pc:picChg>
      </pc:sldChg>
      <pc:sldChg chg="mod modShow">
        <pc:chgData name="Wiggins, Kimberly" userId="23e41ff0-8327-47b3-bfa5-f65afc7e2c9d" providerId="ADAL" clId="{A0F97D8C-61E4-466C-8936-6742A1A2904A}" dt="2025-12-02T18:25:24.390" v="1066" actId="729"/>
        <pc:sldMkLst>
          <pc:docMk/>
          <pc:sldMk cId="3946942749" sldId="281"/>
        </pc:sldMkLst>
      </pc:sldChg>
      <pc:sldChg chg="mod modShow">
        <pc:chgData name="Wiggins, Kimberly" userId="23e41ff0-8327-47b3-bfa5-f65afc7e2c9d" providerId="ADAL" clId="{A0F97D8C-61E4-466C-8936-6742A1A2904A}" dt="2025-12-02T17:09:38.411" v="444" actId="729"/>
        <pc:sldMkLst>
          <pc:docMk/>
          <pc:sldMk cId="1821324306" sldId="282"/>
        </pc:sldMkLst>
      </pc:sldChg>
      <pc:sldChg chg="mod modShow">
        <pc:chgData name="Wiggins, Kimberly" userId="23e41ff0-8327-47b3-bfa5-f65afc7e2c9d" providerId="ADAL" clId="{A0F97D8C-61E4-466C-8936-6742A1A2904A}" dt="2025-12-02T18:25:15.344" v="1065" actId="729"/>
        <pc:sldMkLst>
          <pc:docMk/>
          <pc:sldMk cId="977960015" sldId="284"/>
        </pc:sldMkLst>
      </pc:sldChg>
      <pc:sldChg chg="mod modShow">
        <pc:chgData name="Wiggins, Kimberly" userId="23e41ff0-8327-47b3-bfa5-f65afc7e2c9d" providerId="ADAL" clId="{A0F97D8C-61E4-466C-8936-6742A1A2904A}" dt="2025-12-02T17:18:46.125" v="593" actId="729"/>
        <pc:sldMkLst>
          <pc:docMk/>
          <pc:sldMk cId="2209216353" sldId="289"/>
        </pc:sldMkLst>
      </pc:sldChg>
      <pc:sldChg chg="mod modShow">
        <pc:chgData name="Wiggins, Kimberly" userId="23e41ff0-8327-47b3-bfa5-f65afc7e2c9d" providerId="ADAL" clId="{A0F97D8C-61E4-466C-8936-6742A1A2904A}" dt="2025-12-02T17:15:30.045" v="493" actId="729"/>
        <pc:sldMkLst>
          <pc:docMk/>
          <pc:sldMk cId="3851132941" sldId="290"/>
        </pc:sldMkLst>
      </pc:sldChg>
      <pc:sldChg chg="modSp mod">
        <pc:chgData name="Wiggins, Kimberly" userId="23e41ff0-8327-47b3-bfa5-f65afc7e2c9d" providerId="ADAL" clId="{A0F97D8C-61E4-466C-8936-6742A1A2904A}" dt="2025-12-02T17:17:03.693" v="502" actId="113"/>
        <pc:sldMkLst>
          <pc:docMk/>
          <pc:sldMk cId="2729579942" sldId="291"/>
        </pc:sldMkLst>
        <pc:spChg chg="mod">
          <ac:chgData name="Wiggins, Kimberly" userId="23e41ff0-8327-47b3-bfa5-f65afc7e2c9d" providerId="ADAL" clId="{A0F97D8C-61E4-466C-8936-6742A1A2904A}" dt="2025-12-02T17:17:03.693" v="502" actId="113"/>
          <ac:spMkLst>
            <pc:docMk/>
            <pc:sldMk cId="2729579942" sldId="291"/>
            <ac:spMk id="4" creationId="{B64A999C-23E8-45BD-B036-C6D1D2126E28}"/>
          </ac:spMkLst>
        </pc:spChg>
      </pc:sldChg>
      <pc:sldChg chg="mod modShow">
        <pc:chgData name="Wiggins, Kimberly" userId="23e41ff0-8327-47b3-bfa5-f65afc7e2c9d" providerId="ADAL" clId="{A0F97D8C-61E4-466C-8936-6742A1A2904A}" dt="2025-12-02T18:17:24.211" v="783" actId="729"/>
        <pc:sldMkLst>
          <pc:docMk/>
          <pc:sldMk cId="515583281" sldId="292"/>
        </pc:sldMkLst>
      </pc:sldChg>
      <pc:sldChg chg="ord">
        <pc:chgData name="Wiggins, Kimberly" userId="23e41ff0-8327-47b3-bfa5-f65afc7e2c9d" providerId="ADAL" clId="{A0F97D8C-61E4-466C-8936-6742A1A2904A}" dt="2025-12-02T17:16:19.695" v="497"/>
        <pc:sldMkLst>
          <pc:docMk/>
          <pc:sldMk cId="947753151" sldId="293"/>
        </pc:sldMkLst>
      </pc:sldChg>
      <pc:sldChg chg="ord">
        <pc:chgData name="Wiggins, Kimberly" userId="23e41ff0-8327-47b3-bfa5-f65afc7e2c9d" providerId="ADAL" clId="{A0F97D8C-61E4-466C-8936-6742A1A2904A}" dt="2025-12-02T18:17:08.094" v="782"/>
        <pc:sldMkLst>
          <pc:docMk/>
          <pc:sldMk cId="4221947186" sldId="296"/>
        </pc:sldMkLst>
      </pc:sldChg>
      <pc:sldChg chg="addSp modSp del mod">
        <pc:chgData name="Wiggins, Kimberly" userId="23e41ff0-8327-47b3-bfa5-f65afc7e2c9d" providerId="ADAL" clId="{A0F97D8C-61E4-466C-8936-6742A1A2904A}" dt="2025-12-02T18:21:08.421" v="925" actId="47"/>
        <pc:sldMkLst>
          <pc:docMk/>
          <pc:sldMk cId="2699717077" sldId="297"/>
        </pc:sldMkLst>
        <pc:spChg chg="mod">
          <ac:chgData name="Wiggins, Kimberly" userId="23e41ff0-8327-47b3-bfa5-f65afc7e2c9d" providerId="ADAL" clId="{A0F97D8C-61E4-466C-8936-6742A1A2904A}" dt="2025-12-02T18:21:02.048" v="924" actId="108"/>
          <ac:spMkLst>
            <pc:docMk/>
            <pc:sldMk cId="2699717077" sldId="297"/>
            <ac:spMk id="3" creationId="{00000000-0000-0000-0000-000000000000}"/>
          </ac:spMkLst>
        </pc:spChg>
        <pc:picChg chg="add mod">
          <ac:chgData name="Wiggins, Kimberly" userId="23e41ff0-8327-47b3-bfa5-f65afc7e2c9d" providerId="ADAL" clId="{A0F97D8C-61E4-466C-8936-6742A1A2904A}" dt="2025-12-02T18:20:41.891" v="917" actId="14100"/>
          <ac:picMkLst>
            <pc:docMk/>
            <pc:sldMk cId="2699717077" sldId="297"/>
            <ac:picMk id="5" creationId="{6CB21AA7-1066-1DE1-E01A-BF0DF66102E1}"/>
          </ac:picMkLst>
        </pc:picChg>
      </pc:sldChg>
      <pc:sldChg chg="ord">
        <pc:chgData name="Wiggins, Kimberly" userId="23e41ff0-8327-47b3-bfa5-f65afc7e2c9d" providerId="ADAL" clId="{A0F97D8C-61E4-466C-8936-6742A1A2904A}" dt="2025-12-02T18:24:54.668" v="1063"/>
        <pc:sldMkLst>
          <pc:docMk/>
          <pc:sldMk cId="1915304552" sldId="305"/>
        </pc:sldMkLst>
      </pc:sldChg>
      <pc:sldChg chg="addSp delSp modSp mod modNotesTx">
        <pc:chgData name="Wiggins, Kimberly" userId="23e41ff0-8327-47b3-bfa5-f65afc7e2c9d" providerId="ADAL" clId="{A0F97D8C-61E4-466C-8936-6742A1A2904A}" dt="2025-12-02T18:25:02.912" v="1064" actId="108"/>
        <pc:sldMkLst>
          <pc:docMk/>
          <pc:sldMk cId="1056603715" sldId="306"/>
        </pc:sldMkLst>
        <pc:spChg chg="mod">
          <ac:chgData name="Wiggins, Kimberly" userId="23e41ff0-8327-47b3-bfa5-f65afc7e2c9d" providerId="ADAL" clId="{A0F97D8C-61E4-466C-8936-6742A1A2904A}" dt="2025-12-02T18:24:35.531" v="1051" actId="20577"/>
          <ac:spMkLst>
            <pc:docMk/>
            <pc:sldMk cId="1056603715" sldId="306"/>
            <ac:spMk id="2" creationId="{00000000-0000-0000-0000-000000000000}"/>
          </ac:spMkLst>
        </pc:spChg>
        <pc:spChg chg="mod">
          <ac:chgData name="Wiggins, Kimberly" userId="23e41ff0-8327-47b3-bfa5-f65afc7e2c9d" providerId="ADAL" clId="{A0F97D8C-61E4-466C-8936-6742A1A2904A}" dt="2025-12-02T18:25:02.912" v="1064" actId="108"/>
          <ac:spMkLst>
            <pc:docMk/>
            <pc:sldMk cId="1056603715" sldId="306"/>
            <ac:spMk id="3" creationId="{00000000-0000-0000-0000-000000000000}"/>
          </ac:spMkLst>
        </pc:spChg>
        <pc:spChg chg="add del">
          <ac:chgData name="Wiggins, Kimberly" userId="23e41ff0-8327-47b3-bfa5-f65afc7e2c9d" providerId="ADAL" clId="{A0F97D8C-61E4-466C-8936-6742A1A2904A}" dt="2025-12-02T18:23:35.149" v="996" actId="478"/>
          <ac:spMkLst>
            <pc:docMk/>
            <pc:sldMk cId="1056603715" sldId="306"/>
            <ac:spMk id="4" creationId="{4EEE6D09-7FFE-4638-8EC4-A07DDF3F7E8B}"/>
          </ac:spMkLst>
        </pc:spChg>
        <pc:spChg chg="del mod">
          <ac:chgData name="Wiggins, Kimberly" userId="23e41ff0-8327-47b3-bfa5-f65afc7e2c9d" providerId="ADAL" clId="{A0F97D8C-61E4-466C-8936-6742A1A2904A}" dt="2025-12-02T18:21:33.460" v="936" actId="478"/>
          <ac:spMkLst>
            <pc:docMk/>
            <pc:sldMk cId="1056603715" sldId="306"/>
            <ac:spMk id="5" creationId="{A3854647-F4CC-4437-875B-A90C2F44DA3D}"/>
          </ac:spMkLst>
        </pc:spChg>
        <pc:spChg chg="add mod">
          <ac:chgData name="Wiggins, Kimberly" userId="23e41ff0-8327-47b3-bfa5-f65afc7e2c9d" providerId="ADAL" clId="{A0F97D8C-61E4-466C-8936-6742A1A2904A}" dt="2025-12-02T18:23:36.441" v="1002" actId="1076"/>
          <ac:spMkLst>
            <pc:docMk/>
            <pc:sldMk cId="1056603715" sldId="306"/>
            <ac:spMk id="9" creationId="{C562C317-FA73-1706-EF17-7DC978C94F41}"/>
          </ac:spMkLst>
        </pc:spChg>
        <pc:spChg chg="mod">
          <ac:chgData name="Wiggins, Kimberly" userId="23e41ff0-8327-47b3-bfa5-f65afc7e2c9d" providerId="ADAL" clId="{A0F97D8C-61E4-466C-8936-6742A1A2904A}" dt="2025-12-02T18:23:55.735" v="1016" actId="20577"/>
          <ac:spMkLst>
            <pc:docMk/>
            <pc:sldMk cId="1056603715" sldId="306"/>
            <ac:spMk id="11" creationId="{18F17B3D-30E0-4170-AEC9-D75A18A3BDA9}"/>
          </ac:spMkLst>
        </pc:spChg>
        <pc:picChg chg="add del mod">
          <ac:chgData name="Wiggins, Kimberly" userId="23e41ff0-8327-47b3-bfa5-f65afc7e2c9d" providerId="ADAL" clId="{A0F97D8C-61E4-466C-8936-6742A1A2904A}" dt="2025-12-02T18:23:42.922" v="1010" actId="478"/>
          <ac:picMkLst>
            <pc:docMk/>
            <pc:sldMk cId="1056603715" sldId="306"/>
            <ac:picMk id="6" creationId="{3268C00F-82ED-68DE-3428-8E68B832B6AD}"/>
          </ac:picMkLst>
        </pc:picChg>
        <pc:picChg chg="mod">
          <ac:chgData name="Wiggins, Kimberly" userId="23e41ff0-8327-47b3-bfa5-f65afc7e2c9d" providerId="ADAL" clId="{A0F97D8C-61E4-466C-8936-6742A1A2904A}" dt="2025-12-02T18:23:46.721" v="1012" actId="1076"/>
          <ac:picMkLst>
            <pc:docMk/>
            <pc:sldMk cId="1056603715" sldId="306"/>
            <ac:picMk id="10" creationId="{073BF852-A251-4DA4-82A3-1F984C557AE4}"/>
          </ac:picMkLst>
        </pc:picChg>
      </pc:sldChg>
      <pc:sldChg chg="modSp add mod">
        <pc:chgData name="Wiggins, Kimberly" userId="23e41ff0-8327-47b3-bfa5-f65afc7e2c9d" providerId="ADAL" clId="{A0F97D8C-61E4-466C-8936-6742A1A2904A}" dt="2025-12-02T17:17:22.950" v="541" actId="20577"/>
        <pc:sldMkLst>
          <pc:docMk/>
          <pc:sldMk cId="13428540" sldId="310"/>
        </pc:sldMkLst>
        <pc:spChg chg="mod">
          <ac:chgData name="Wiggins, Kimberly" userId="23e41ff0-8327-47b3-bfa5-f65afc7e2c9d" providerId="ADAL" clId="{A0F97D8C-61E4-466C-8936-6742A1A2904A}" dt="2025-12-02T17:17:09.988" v="519" actId="20577"/>
          <ac:spMkLst>
            <pc:docMk/>
            <pc:sldMk cId="13428540" sldId="310"/>
            <ac:spMk id="2" creationId="{0A5C5334-DB1A-C472-0A56-1B1D6C23C89F}"/>
          </ac:spMkLst>
        </pc:spChg>
        <pc:spChg chg="mod">
          <ac:chgData name="Wiggins, Kimberly" userId="23e41ff0-8327-47b3-bfa5-f65afc7e2c9d" providerId="ADAL" clId="{A0F97D8C-61E4-466C-8936-6742A1A2904A}" dt="2025-12-02T17:17:22.950" v="541" actId="20577"/>
          <ac:spMkLst>
            <pc:docMk/>
            <pc:sldMk cId="13428540" sldId="310"/>
            <ac:spMk id="4" creationId="{BA5E5E96-B6A1-0990-2275-75BE81B93E17}"/>
          </ac:spMkLst>
        </pc:spChg>
      </pc:sldChg>
      <pc:sldChg chg="modSp add mod">
        <pc:chgData name="Wiggins, Kimberly" userId="23e41ff0-8327-47b3-bfa5-f65afc7e2c9d" providerId="ADAL" clId="{A0F97D8C-61E4-466C-8936-6742A1A2904A}" dt="2025-12-02T17:17:31.140" v="550" actId="20577"/>
        <pc:sldMkLst>
          <pc:docMk/>
          <pc:sldMk cId="1685533343" sldId="311"/>
        </pc:sldMkLst>
        <pc:spChg chg="mod">
          <ac:chgData name="Wiggins, Kimberly" userId="23e41ff0-8327-47b3-bfa5-f65afc7e2c9d" providerId="ADAL" clId="{A0F97D8C-61E4-466C-8936-6742A1A2904A}" dt="2025-12-02T17:17:31.140" v="550" actId="20577"/>
          <ac:spMkLst>
            <pc:docMk/>
            <pc:sldMk cId="1685533343" sldId="311"/>
            <ac:spMk id="4" creationId="{165F1F5D-9FED-3E8F-865B-61D5F5ED25BC}"/>
          </ac:spMkLst>
        </pc:spChg>
      </pc:sldChg>
      <pc:sldChg chg="modSp add mod">
        <pc:chgData name="Wiggins, Kimberly" userId="23e41ff0-8327-47b3-bfa5-f65afc7e2c9d" providerId="ADAL" clId="{A0F97D8C-61E4-466C-8936-6742A1A2904A}" dt="2025-12-02T17:17:52.324" v="590" actId="20577"/>
        <pc:sldMkLst>
          <pc:docMk/>
          <pc:sldMk cId="1218832171" sldId="312"/>
        </pc:sldMkLst>
        <pc:spChg chg="mod">
          <ac:chgData name="Wiggins, Kimberly" userId="23e41ff0-8327-47b3-bfa5-f65afc7e2c9d" providerId="ADAL" clId="{A0F97D8C-61E4-466C-8936-6742A1A2904A}" dt="2025-12-02T17:17:47.101" v="572" actId="20577"/>
          <ac:spMkLst>
            <pc:docMk/>
            <pc:sldMk cId="1218832171" sldId="312"/>
            <ac:spMk id="2" creationId="{7C145FD6-B390-DAC7-91B7-159E57B58A6F}"/>
          </ac:spMkLst>
        </pc:spChg>
        <pc:spChg chg="mod">
          <ac:chgData name="Wiggins, Kimberly" userId="23e41ff0-8327-47b3-bfa5-f65afc7e2c9d" providerId="ADAL" clId="{A0F97D8C-61E4-466C-8936-6742A1A2904A}" dt="2025-12-02T17:17:52.324" v="590" actId="20577"/>
          <ac:spMkLst>
            <pc:docMk/>
            <pc:sldMk cId="1218832171" sldId="312"/>
            <ac:spMk id="4" creationId="{BF23A31F-AA52-067C-5A23-EC75954B7FDD}"/>
          </ac:spMkLst>
        </pc:spChg>
      </pc:sldChg>
      <pc:sldChg chg="delSp modSp add mod">
        <pc:chgData name="Wiggins, Kimberly" userId="23e41ff0-8327-47b3-bfa5-f65afc7e2c9d" providerId="ADAL" clId="{A0F97D8C-61E4-466C-8936-6742A1A2904A}" dt="2025-12-02T17:31:54.360" v="778" actId="20577"/>
        <pc:sldMkLst>
          <pc:docMk/>
          <pc:sldMk cId="2910859451" sldId="313"/>
        </pc:sldMkLst>
        <pc:spChg chg="mod">
          <ac:chgData name="Wiggins, Kimberly" userId="23e41ff0-8327-47b3-bfa5-f65afc7e2c9d" providerId="ADAL" clId="{A0F97D8C-61E4-466C-8936-6742A1A2904A}" dt="2025-12-02T17:30:58.254" v="610" actId="20577"/>
          <ac:spMkLst>
            <pc:docMk/>
            <pc:sldMk cId="2910859451" sldId="313"/>
            <ac:spMk id="2" creationId="{5BAAD3B6-7312-10B9-2E8A-A9433DE73C91}"/>
          </ac:spMkLst>
        </pc:spChg>
        <pc:spChg chg="mod">
          <ac:chgData name="Wiggins, Kimberly" userId="23e41ff0-8327-47b3-bfa5-f65afc7e2c9d" providerId="ADAL" clId="{A0F97D8C-61E4-466C-8936-6742A1A2904A}" dt="2025-12-02T17:31:54.360" v="778" actId="20577"/>
          <ac:spMkLst>
            <pc:docMk/>
            <pc:sldMk cId="2910859451" sldId="313"/>
            <ac:spMk id="3" creationId="{F437C6CD-52CF-4D93-778E-C311B88DC646}"/>
          </ac:spMkLst>
        </pc:spChg>
        <pc:picChg chg="del">
          <ac:chgData name="Wiggins, Kimberly" userId="23e41ff0-8327-47b3-bfa5-f65afc7e2c9d" providerId="ADAL" clId="{A0F97D8C-61E4-466C-8936-6742A1A2904A}" dt="2025-12-02T17:31:04.941" v="612" actId="478"/>
          <ac:picMkLst>
            <pc:docMk/>
            <pc:sldMk cId="2910859451" sldId="313"/>
            <ac:picMk id="4" creationId="{6EA4C8B8-419C-089F-72E0-2917381D5C93}"/>
          </ac:picMkLst>
        </pc:picChg>
      </pc:sldChg>
      <pc:sldChg chg="addSp delSp modSp add mod setBg">
        <pc:chgData name="Wiggins, Kimberly" userId="23e41ff0-8327-47b3-bfa5-f65afc7e2c9d" providerId="ADAL" clId="{A0F97D8C-61E4-466C-8936-6742A1A2904A}" dt="2025-12-02T18:18:01.727" v="804" actId="26606"/>
        <pc:sldMkLst>
          <pc:docMk/>
          <pc:sldMk cId="4094651452" sldId="314"/>
        </pc:sldMkLst>
        <pc:spChg chg="mod">
          <ac:chgData name="Wiggins, Kimberly" userId="23e41ff0-8327-47b3-bfa5-f65afc7e2c9d" providerId="ADAL" clId="{A0F97D8C-61E4-466C-8936-6742A1A2904A}" dt="2025-12-02T18:18:01.727" v="804" actId="26606"/>
          <ac:spMkLst>
            <pc:docMk/>
            <pc:sldMk cId="4094651452" sldId="314"/>
            <ac:spMk id="2" creationId="{19C3FA78-5E4F-CD31-DEF9-67A49572735E}"/>
          </ac:spMkLst>
        </pc:spChg>
        <pc:spChg chg="del">
          <ac:chgData name="Wiggins, Kimberly" userId="23e41ff0-8327-47b3-bfa5-f65afc7e2c9d" providerId="ADAL" clId="{A0F97D8C-61E4-466C-8936-6742A1A2904A}" dt="2025-12-02T18:17:36.117" v="796" actId="478"/>
          <ac:spMkLst>
            <pc:docMk/>
            <pc:sldMk cId="4094651452" sldId="314"/>
            <ac:spMk id="4" creationId="{2ACBD8DA-1FAF-FFEB-816B-8D2610745B7C}"/>
          </ac:spMkLst>
        </pc:spChg>
        <pc:spChg chg="add del mod">
          <ac:chgData name="Wiggins, Kimberly" userId="23e41ff0-8327-47b3-bfa5-f65afc7e2c9d" providerId="ADAL" clId="{A0F97D8C-61E4-466C-8936-6742A1A2904A}" dt="2025-12-02T18:17:38.626" v="797" actId="478"/>
          <ac:spMkLst>
            <pc:docMk/>
            <pc:sldMk cId="4094651452" sldId="314"/>
            <ac:spMk id="5" creationId="{5C5F48F9-9E06-7CF7-F861-CD210F3849C1}"/>
          </ac:spMkLst>
        </pc:spChg>
        <pc:spChg chg="add del">
          <ac:chgData name="Wiggins, Kimberly" userId="23e41ff0-8327-47b3-bfa5-f65afc7e2c9d" providerId="ADAL" clId="{A0F97D8C-61E4-466C-8936-6742A1A2904A}" dt="2025-12-02T18:17:59.212" v="801" actId="26606"/>
          <ac:spMkLst>
            <pc:docMk/>
            <pc:sldMk cId="4094651452" sldId="314"/>
            <ac:spMk id="12" creationId="{3C54F4CE-85F0-46ED-80DA-9518C9251AD1}"/>
          </ac:spMkLst>
        </pc:spChg>
        <pc:spChg chg="add del">
          <ac:chgData name="Wiggins, Kimberly" userId="23e41ff0-8327-47b3-bfa5-f65afc7e2c9d" providerId="ADAL" clId="{A0F97D8C-61E4-466C-8936-6742A1A2904A}" dt="2025-12-02T18:17:59.212" v="801" actId="26606"/>
          <ac:spMkLst>
            <pc:docMk/>
            <pc:sldMk cId="4094651452" sldId="314"/>
            <ac:spMk id="14" creationId="{DADD1FCA-8ACB-4958-81DD-4CDD6D3E1921}"/>
          </ac:spMkLst>
        </pc:spChg>
        <pc:spChg chg="add del">
          <ac:chgData name="Wiggins, Kimberly" userId="23e41ff0-8327-47b3-bfa5-f65afc7e2c9d" providerId="ADAL" clId="{A0F97D8C-61E4-466C-8936-6742A1A2904A}" dt="2025-12-02T18:18:01.718" v="803" actId="26606"/>
          <ac:spMkLst>
            <pc:docMk/>
            <pc:sldMk cId="4094651452" sldId="314"/>
            <ac:spMk id="17" creationId="{91DC6ABD-215C-4EA8-A483-CEF5B99AB385}"/>
          </ac:spMkLst>
        </pc:spChg>
        <pc:spChg chg="add del">
          <ac:chgData name="Wiggins, Kimberly" userId="23e41ff0-8327-47b3-bfa5-f65afc7e2c9d" providerId="ADAL" clId="{A0F97D8C-61E4-466C-8936-6742A1A2904A}" dt="2025-12-02T18:18:01.718" v="803" actId="26606"/>
          <ac:spMkLst>
            <pc:docMk/>
            <pc:sldMk cId="4094651452" sldId="314"/>
            <ac:spMk id="18" creationId="{04357C93-F0CB-4A1C-8F77-4E9063789819}"/>
          </ac:spMkLst>
        </pc:spChg>
        <pc:spChg chg="add">
          <ac:chgData name="Wiggins, Kimberly" userId="23e41ff0-8327-47b3-bfa5-f65afc7e2c9d" providerId="ADAL" clId="{A0F97D8C-61E4-466C-8936-6742A1A2904A}" dt="2025-12-02T18:18:01.727" v="804" actId="26606"/>
          <ac:spMkLst>
            <pc:docMk/>
            <pc:sldMk cId="4094651452" sldId="314"/>
            <ac:spMk id="21" creationId="{3C54F4CE-85F0-46ED-80DA-9518C9251AD1}"/>
          </ac:spMkLst>
        </pc:spChg>
        <pc:spChg chg="add">
          <ac:chgData name="Wiggins, Kimberly" userId="23e41ff0-8327-47b3-bfa5-f65afc7e2c9d" providerId="ADAL" clId="{A0F97D8C-61E4-466C-8936-6742A1A2904A}" dt="2025-12-02T18:18:01.727" v="804" actId="26606"/>
          <ac:spMkLst>
            <pc:docMk/>
            <pc:sldMk cId="4094651452" sldId="314"/>
            <ac:spMk id="22" creationId="{DADD1FCA-8ACB-4958-81DD-4CDD6D3E1921}"/>
          </ac:spMkLst>
        </pc:spChg>
        <pc:grpChg chg="add del">
          <ac:chgData name="Wiggins, Kimberly" userId="23e41ff0-8327-47b3-bfa5-f65afc7e2c9d" providerId="ADAL" clId="{A0F97D8C-61E4-466C-8936-6742A1A2904A}" dt="2025-12-02T18:18:01.718" v="803" actId="26606"/>
          <ac:grpSpMkLst>
            <pc:docMk/>
            <pc:sldMk cId="4094651452" sldId="314"/>
            <ac:grpSpMk id="19" creationId="{3AF6A671-C637-4547-85F4-51B6D1881399}"/>
          </ac:grpSpMkLst>
        </pc:grpChg>
        <pc:picChg chg="add mod">
          <ac:chgData name="Wiggins, Kimberly" userId="23e41ff0-8327-47b3-bfa5-f65afc7e2c9d" providerId="ADAL" clId="{A0F97D8C-61E4-466C-8936-6742A1A2904A}" dt="2025-12-02T18:18:01.727" v="804" actId="26606"/>
          <ac:picMkLst>
            <pc:docMk/>
            <pc:sldMk cId="4094651452" sldId="314"/>
            <ac:picMk id="7" creationId="{E06DB17F-C4E7-76B8-F1C6-EB5E1D32D258}"/>
          </ac:picMkLst>
        </pc:picChg>
      </pc:sldChg>
      <pc:sldMasterChg chg="modSp modSldLayout">
        <pc:chgData name="Wiggins, Kimberly" userId="23e41ff0-8327-47b3-bfa5-f65afc7e2c9d" providerId="ADAL" clId="{A0F97D8C-61E4-466C-8936-6742A1A2904A}" dt="2025-11-29T16:29:25.692" v="0"/>
        <pc:sldMasterMkLst>
          <pc:docMk/>
          <pc:sldMasterMk cId="2209977519" sldId="2147483648"/>
        </pc:sldMasterMkLst>
        <pc:spChg chg="mod">
          <ac:chgData name="Wiggins, Kimberly" userId="23e41ff0-8327-47b3-bfa5-f65afc7e2c9d" providerId="ADAL" clId="{A0F97D8C-61E4-466C-8936-6742A1A2904A}" dt="2025-11-29T16:29:25.692" v="0"/>
          <ac:spMkLst>
            <pc:docMk/>
            <pc:sldMasterMk cId="2209977519" sldId="2147483648"/>
            <ac:spMk id="2" creationId="{00000000-0000-0000-0000-000000000000}"/>
          </ac:spMkLst>
        </pc:spChg>
        <pc:spChg chg="mod">
          <ac:chgData name="Wiggins, Kimberly" userId="23e41ff0-8327-47b3-bfa5-f65afc7e2c9d" providerId="ADAL" clId="{A0F97D8C-61E4-466C-8936-6742A1A2904A}" dt="2025-11-29T16:29:25.692" v="0"/>
          <ac:spMkLst>
            <pc:docMk/>
            <pc:sldMasterMk cId="2209977519" sldId="2147483648"/>
            <ac:spMk id="3" creationId="{00000000-0000-0000-0000-000000000000}"/>
          </ac:spMkLst>
        </pc:spChg>
        <pc:spChg chg="mod">
          <ac:chgData name="Wiggins, Kimberly" userId="23e41ff0-8327-47b3-bfa5-f65afc7e2c9d" providerId="ADAL" clId="{A0F97D8C-61E4-466C-8936-6742A1A2904A}" dt="2025-11-29T16:29:25.692" v="0"/>
          <ac:spMkLst>
            <pc:docMk/>
            <pc:sldMasterMk cId="2209977519" sldId="2147483648"/>
            <ac:spMk id="4" creationId="{00000000-0000-0000-0000-000000000000}"/>
          </ac:spMkLst>
        </pc:spChg>
        <pc:spChg chg="mod">
          <ac:chgData name="Wiggins, Kimberly" userId="23e41ff0-8327-47b3-bfa5-f65afc7e2c9d" providerId="ADAL" clId="{A0F97D8C-61E4-466C-8936-6742A1A2904A}" dt="2025-11-29T16:29:25.692" v="0"/>
          <ac:spMkLst>
            <pc:docMk/>
            <pc:sldMasterMk cId="2209977519" sldId="2147483648"/>
            <ac:spMk id="5" creationId="{00000000-0000-0000-0000-000000000000}"/>
          </ac:spMkLst>
        </pc:spChg>
        <pc:spChg chg="mod">
          <ac:chgData name="Wiggins, Kimberly" userId="23e41ff0-8327-47b3-bfa5-f65afc7e2c9d" providerId="ADAL" clId="{A0F97D8C-61E4-466C-8936-6742A1A2904A}" dt="2025-11-29T16:29:25.692" v="0"/>
          <ac:spMkLst>
            <pc:docMk/>
            <pc:sldMasterMk cId="2209977519" sldId="2147483648"/>
            <ac:spMk id="6" creationId="{00000000-0000-0000-0000-000000000000}"/>
          </ac:spMkLst>
        </pc:spChg>
        <pc:sldLayoutChg chg="modSp">
          <pc:chgData name="Wiggins, Kimberly" userId="23e41ff0-8327-47b3-bfa5-f65afc7e2c9d" providerId="ADAL" clId="{A0F97D8C-61E4-466C-8936-6742A1A2904A}" dt="2025-11-29T16:29:25.692" v="0"/>
          <pc:sldLayoutMkLst>
            <pc:docMk/>
            <pc:sldMasterMk cId="2209977519" sldId="2147483648"/>
            <pc:sldLayoutMk cId="3168075583" sldId="2147483649"/>
          </pc:sldLayoutMkLst>
          <pc:spChg chg="mod">
            <ac:chgData name="Wiggins, Kimberly" userId="23e41ff0-8327-47b3-bfa5-f65afc7e2c9d" providerId="ADAL" clId="{A0F97D8C-61E4-466C-8936-6742A1A2904A}" dt="2025-11-29T16:29:25.692" v="0"/>
            <ac:spMkLst>
              <pc:docMk/>
              <pc:sldMasterMk cId="2209977519" sldId="2147483648"/>
              <pc:sldLayoutMk cId="3168075583" sldId="2147483649"/>
              <ac:spMk id="2" creationId="{00000000-0000-0000-0000-000000000000}"/>
            </ac:spMkLst>
          </pc:spChg>
          <pc:spChg chg="mod">
            <ac:chgData name="Wiggins, Kimberly" userId="23e41ff0-8327-47b3-bfa5-f65afc7e2c9d" providerId="ADAL" clId="{A0F97D8C-61E4-466C-8936-6742A1A2904A}" dt="2025-11-29T16:29:25.692" v="0"/>
            <ac:spMkLst>
              <pc:docMk/>
              <pc:sldMasterMk cId="2209977519" sldId="2147483648"/>
              <pc:sldLayoutMk cId="3168075583" sldId="2147483649"/>
              <ac:spMk id="3" creationId="{00000000-0000-0000-0000-000000000000}"/>
            </ac:spMkLst>
          </pc:spChg>
        </pc:sldLayoutChg>
        <pc:sldLayoutChg chg="modSp">
          <pc:chgData name="Wiggins, Kimberly" userId="23e41ff0-8327-47b3-bfa5-f65afc7e2c9d" providerId="ADAL" clId="{A0F97D8C-61E4-466C-8936-6742A1A2904A}" dt="2025-11-29T16:29:25.692" v="0"/>
          <pc:sldLayoutMkLst>
            <pc:docMk/>
            <pc:sldMasterMk cId="2209977519" sldId="2147483648"/>
            <pc:sldLayoutMk cId="960648375" sldId="2147483651"/>
          </pc:sldLayoutMkLst>
          <pc:spChg chg="mod">
            <ac:chgData name="Wiggins, Kimberly" userId="23e41ff0-8327-47b3-bfa5-f65afc7e2c9d" providerId="ADAL" clId="{A0F97D8C-61E4-466C-8936-6742A1A2904A}" dt="2025-11-29T16:29:25.692" v="0"/>
            <ac:spMkLst>
              <pc:docMk/>
              <pc:sldMasterMk cId="2209977519" sldId="2147483648"/>
              <pc:sldLayoutMk cId="960648375" sldId="2147483651"/>
              <ac:spMk id="2" creationId="{00000000-0000-0000-0000-000000000000}"/>
            </ac:spMkLst>
          </pc:spChg>
          <pc:spChg chg="mod">
            <ac:chgData name="Wiggins, Kimberly" userId="23e41ff0-8327-47b3-bfa5-f65afc7e2c9d" providerId="ADAL" clId="{A0F97D8C-61E4-466C-8936-6742A1A2904A}" dt="2025-11-29T16:29:25.692" v="0"/>
            <ac:spMkLst>
              <pc:docMk/>
              <pc:sldMasterMk cId="2209977519" sldId="2147483648"/>
              <pc:sldLayoutMk cId="960648375" sldId="2147483651"/>
              <ac:spMk id="3" creationId="{00000000-0000-0000-0000-000000000000}"/>
            </ac:spMkLst>
          </pc:spChg>
        </pc:sldLayoutChg>
        <pc:sldLayoutChg chg="modSp">
          <pc:chgData name="Wiggins, Kimberly" userId="23e41ff0-8327-47b3-bfa5-f65afc7e2c9d" providerId="ADAL" clId="{A0F97D8C-61E4-466C-8936-6742A1A2904A}" dt="2025-11-29T16:29:25.692" v="0"/>
          <pc:sldLayoutMkLst>
            <pc:docMk/>
            <pc:sldMasterMk cId="2209977519" sldId="2147483648"/>
            <pc:sldLayoutMk cId="2782244947" sldId="2147483652"/>
          </pc:sldLayoutMkLst>
          <pc:spChg chg="mod">
            <ac:chgData name="Wiggins, Kimberly" userId="23e41ff0-8327-47b3-bfa5-f65afc7e2c9d" providerId="ADAL" clId="{A0F97D8C-61E4-466C-8936-6742A1A2904A}" dt="2025-11-29T16:29:25.692" v="0"/>
            <ac:spMkLst>
              <pc:docMk/>
              <pc:sldMasterMk cId="2209977519" sldId="2147483648"/>
              <pc:sldLayoutMk cId="2782244947" sldId="2147483652"/>
              <ac:spMk id="3" creationId="{00000000-0000-0000-0000-000000000000}"/>
            </ac:spMkLst>
          </pc:spChg>
          <pc:spChg chg="mod">
            <ac:chgData name="Wiggins, Kimberly" userId="23e41ff0-8327-47b3-bfa5-f65afc7e2c9d" providerId="ADAL" clId="{A0F97D8C-61E4-466C-8936-6742A1A2904A}" dt="2025-11-29T16:29:25.692" v="0"/>
            <ac:spMkLst>
              <pc:docMk/>
              <pc:sldMasterMk cId="2209977519" sldId="2147483648"/>
              <pc:sldLayoutMk cId="2782244947" sldId="2147483652"/>
              <ac:spMk id="4" creationId="{00000000-0000-0000-0000-000000000000}"/>
            </ac:spMkLst>
          </pc:spChg>
        </pc:sldLayoutChg>
        <pc:sldLayoutChg chg="modSp">
          <pc:chgData name="Wiggins, Kimberly" userId="23e41ff0-8327-47b3-bfa5-f65afc7e2c9d" providerId="ADAL" clId="{A0F97D8C-61E4-466C-8936-6742A1A2904A}" dt="2025-11-29T16:29:25.692" v="0"/>
          <pc:sldLayoutMkLst>
            <pc:docMk/>
            <pc:sldMasterMk cId="2209977519" sldId="2147483648"/>
            <pc:sldLayoutMk cId="990158736" sldId="2147483653"/>
          </pc:sldLayoutMkLst>
          <pc:spChg chg="mod">
            <ac:chgData name="Wiggins, Kimberly" userId="23e41ff0-8327-47b3-bfa5-f65afc7e2c9d" providerId="ADAL" clId="{A0F97D8C-61E4-466C-8936-6742A1A2904A}" dt="2025-11-29T16:29:25.692" v="0"/>
            <ac:spMkLst>
              <pc:docMk/>
              <pc:sldMasterMk cId="2209977519" sldId="2147483648"/>
              <pc:sldLayoutMk cId="990158736" sldId="2147483653"/>
              <ac:spMk id="3" creationId="{00000000-0000-0000-0000-000000000000}"/>
            </ac:spMkLst>
          </pc:spChg>
          <pc:spChg chg="mod">
            <ac:chgData name="Wiggins, Kimberly" userId="23e41ff0-8327-47b3-bfa5-f65afc7e2c9d" providerId="ADAL" clId="{A0F97D8C-61E4-466C-8936-6742A1A2904A}" dt="2025-11-29T16:29:25.692" v="0"/>
            <ac:spMkLst>
              <pc:docMk/>
              <pc:sldMasterMk cId="2209977519" sldId="2147483648"/>
              <pc:sldLayoutMk cId="990158736" sldId="2147483653"/>
              <ac:spMk id="4" creationId="{00000000-0000-0000-0000-000000000000}"/>
            </ac:spMkLst>
          </pc:spChg>
          <pc:spChg chg="mod">
            <ac:chgData name="Wiggins, Kimberly" userId="23e41ff0-8327-47b3-bfa5-f65afc7e2c9d" providerId="ADAL" clId="{A0F97D8C-61E4-466C-8936-6742A1A2904A}" dt="2025-11-29T16:29:25.692" v="0"/>
            <ac:spMkLst>
              <pc:docMk/>
              <pc:sldMasterMk cId="2209977519" sldId="2147483648"/>
              <pc:sldLayoutMk cId="990158736" sldId="2147483653"/>
              <ac:spMk id="5" creationId="{00000000-0000-0000-0000-000000000000}"/>
            </ac:spMkLst>
          </pc:spChg>
          <pc:spChg chg="mod">
            <ac:chgData name="Wiggins, Kimberly" userId="23e41ff0-8327-47b3-bfa5-f65afc7e2c9d" providerId="ADAL" clId="{A0F97D8C-61E4-466C-8936-6742A1A2904A}" dt="2025-11-29T16:29:25.692" v="0"/>
            <ac:spMkLst>
              <pc:docMk/>
              <pc:sldMasterMk cId="2209977519" sldId="2147483648"/>
              <pc:sldLayoutMk cId="990158736" sldId="2147483653"/>
              <ac:spMk id="6" creationId="{00000000-0000-0000-0000-000000000000}"/>
            </ac:spMkLst>
          </pc:spChg>
        </pc:sldLayoutChg>
        <pc:sldLayoutChg chg="modSp">
          <pc:chgData name="Wiggins, Kimberly" userId="23e41ff0-8327-47b3-bfa5-f65afc7e2c9d" providerId="ADAL" clId="{A0F97D8C-61E4-466C-8936-6742A1A2904A}" dt="2025-11-29T16:29:25.692" v="0"/>
          <pc:sldLayoutMkLst>
            <pc:docMk/>
            <pc:sldMasterMk cId="2209977519" sldId="2147483648"/>
            <pc:sldLayoutMk cId="1840726560" sldId="2147483656"/>
          </pc:sldLayoutMkLst>
          <pc:spChg chg="mod">
            <ac:chgData name="Wiggins, Kimberly" userId="23e41ff0-8327-47b3-bfa5-f65afc7e2c9d" providerId="ADAL" clId="{A0F97D8C-61E4-466C-8936-6742A1A2904A}" dt="2025-11-29T16:29:25.692" v="0"/>
            <ac:spMkLst>
              <pc:docMk/>
              <pc:sldMasterMk cId="2209977519" sldId="2147483648"/>
              <pc:sldLayoutMk cId="1840726560" sldId="2147483656"/>
              <ac:spMk id="2" creationId="{00000000-0000-0000-0000-000000000000}"/>
            </ac:spMkLst>
          </pc:spChg>
          <pc:spChg chg="mod">
            <ac:chgData name="Wiggins, Kimberly" userId="23e41ff0-8327-47b3-bfa5-f65afc7e2c9d" providerId="ADAL" clId="{A0F97D8C-61E4-466C-8936-6742A1A2904A}" dt="2025-11-29T16:29:25.692" v="0"/>
            <ac:spMkLst>
              <pc:docMk/>
              <pc:sldMasterMk cId="2209977519" sldId="2147483648"/>
              <pc:sldLayoutMk cId="1840726560" sldId="2147483656"/>
              <ac:spMk id="3" creationId="{00000000-0000-0000-0000-000000000000}"/>
            </ac:spMkLst>
          </pc:spChg>
          <pc:spChg chg="mod">
            <ac:chgData name="Wiggins, Kimberly" userId="23e41ff0-8327-47b3-bfa5-f65afc7e2c9d" providerId="ADAL" clId="{A0F97D8C-61E4-466C-8936-6742A1A2904A}" dt="2025-11-29T16:29:25.692" v="0"/>
            <ac:spMkLst>
              <pc:docMk/>
              <pc:sldMasterMk cId="2209977519" sldId="2147483648"/>
              <pc:sldLayoutMk cId="1840726560" sldId="2147483656"/>
              <ac:spMk id="4" creationId="{00000000-0000-0000-0000-000000000000}"/>
            </ac:spMkLst>
          </pc:spChg>
        </pc:sldLayoutChg>
        <pc:sldLayoutChg chg="modSp">
          <pc:chgData name="Wiggins, Kimberly" userId="23e41ff0-8327-47b3-bfa5-f65afc7e2c9d" providerId="ADAL" clId="{A0F97D8C-61E4-466C-8936-6742A1A2904A}" dt="2025-11-29T16:29:25.692" v="0"/>
          <pc:sldLayoutMkLst>
            <pc:docMk/>
            <pc:sldMasterMk cId="2209977519" sldId="2147483648"/>
            <pc:sldLayoutMk cId="3889236939" sldId="2147483657"/>
          </pc:sldLayoutMkLst>
          <pc:spChg chg="mod">
            <ac:chgData name="Wiggins, Kimberly" userId="23e41ff0-8327-47b3-bfa5-f65afc7e2c9d" providerId="ADAL" clId="{A0F97D8C-61E4-466C-8936-6742A1A2904A}" dt="2025-11-29T16:29:25.692" v="0"/>
            <ac:spMkLst>
              <pc:docMk/>
              <pc:sldMasterMk cId="2209977519" sldId="2147483648"/>
              <pc:sldLayoutMk cId="3889236939" sldId="2147483657"/>
              <ac:spMk id="2" creationId="{00000000-0000-0000-0000-000000000000}"/>
            </ac:spMkLst>
          </pc:spChg>
          <pc:spChg chg="mod">
            <ac:chgData name="Wiggins, Kimberly" userId="23e41ff0-8327-47b3-bfa5-f65afc7e2c9d" providerId="ADAL" clId="{A0F97D8C-61E4-466C-8936-6742A1A2904A}" dt="2025-11-29T16:29:25.692" v="0"/>
            <ac:spMkLst>
              <pc:docMk/>
              <pc:sldMasterMk cId="2209977519" sldId="2147483648"/>
              <pc:sldLayoutMk cId="3889236939" sldId="2147483657"/>
              <ac:spMk id="3" creationId="{00000000-0000-0000-0000-000000000000}"/>
            </ac:spMkLst>
          </pc:spChg>
          <pc:spChg chg="mod">
            <ac:chgData name="Wiggins, Kimberly" userId="23e41ff0-8327-47b3-bfa5-f65afc7e2c9d" providerId="ADAL" clId="{A0F97D8C-61E4-466C-8936-6742A1A2904A}" dt="2025-11-29T16:29:25.692" v="0"/>
            <ac:spMkLst>
              <pc:docMk/>
              <pc:sldMasterMk cId="2209977519" sldId="2147483648"/>
              <pc:sldLayoutMk cId="3889236939" sldId="2147483657"/>
              <ac:spMk id="4" creationId="{00000000-0000-0000-0000-000000000000}"/>
            </ac:spMkLst>
          </pc:spChg>
        </pc:sldLayoutChg>
        <pc:sldLayoutChg chg="modSp">
          <pc:chgData name="Wiggins, Kimberly" userId="23e41ff0-8327-47b3-bfa5-f65afc7e2c9d" providerId="ADAL" clId="{A0F97D8C-61E4-466C-8936-6742A1A2904A}" dt="2025-11-29T16:29:25.692" v="0"/>
          <pc:sldLayoutMkLst>
            <pc:docMk/>
            <pc:sldMasterMk cId="2209977519" sldId="2147483648"/>
            <pc:sldLayoutMk cId="3612223792" sldId="2147483659"/>
          </pc:sldLayoutMkLst>
          <pc:spChg chg="mod">
            <ac:chgData name="Wiggins, Kimberly" userId="23e41ff0-8327-47b3-bfa5-f65afc7e2c9d" providerId="ADAL" clId="{A0F97D8C-61E4-466C-8936-6742A1A2904A}" dt="2025-11-29T16:29:25.692" v="0"/>
            <ac:spMkLst>
              <pc:docMk/>
              <pc:sldMasterMk cId="2209977519" sldId="2147483648"/>
              <pc:sldLayoutMk cId="3612223792" sldId="2147483659"/>
              <ac:spMk id="2" creationId="{00000000-0000-0000-0000-000000000000}"/>
            </ac:spMkLst>
          </pc:spChg>
          <pc:spChg chg="mod">
            <ac:chgData name="Wiggins, Kimberly" userId="23e41ff0-8327-47b3-bfa5-f65afc7e2c9d" providerId="ADAL" clId="{A0F97D8C-61E4-466C-8936-6742A1A2904A}" dt="2025-11-29T16:29:25.692" v="0"/>
            <ac:spMkLst>
              <pc:docMk/>
              <pc:sldMasterMk cId="2209977519" sldId="2147483648"/>
              <pc:sldLayoutMk cId="3612223792" sldId="2147483659"/>
              <ac:spMk id="3" creationId="{00000000-0000-0000-0000-000000000000}"/>
            </ac:spMkLst>
          </pc:spChg>
        </pc:sldLayoutChg>
      </pc:sldMasterChg>
    </pc:docChg>
  </pc:docChgLst>
</pc:chgInfo>
</file>

<file path=ppt/comments/modernComment_114_FDF70897.xml><?xml version="1.0" encoding="utf-8"?>
<p188:cmLst xmlns:a="http://schemas.openxmlformats.org/drawingml/2006/main" xmlns:r="http://schemas.openxmlformats.org/officeDocument/2006/relationships" xmlns:p188="http://schemas.microsoft.com/office/powerpoint/2018/8/main">
  <p188:cm id="{76EB194F-AE22-4F4F-A1A1-5EC1A6551173}" authorId="{5210C580-3026-9AF9-79BE-A7B04CD2095D}" created="2025-11-29T16:46:37.539">
    <ac:deMkLst xmlns:ac="http://schemas.microsoft.com/office/drawing/2013/main/command">
      <pc:docMk xmlns:pc="http://schemas.microsoft.com/office/powerpoint/2013/main/command"/>
      <pc:sldMk xmlns:pc="http://schemas.microsoft.com/office/powerpoint/2013/main/command" cId="4260825239" sldId="276"/>
      <ac:spMk id="2" creationId="{DEFCCF4C-FF37-161D-970B-B20F1B0FDC1F}"/>
    </ac:deMkLst>
    <p188:txBody>
      <a:bodyPr/>
      <a:lstStyle/>
      <a:p>
        <a:r>
          <a:rPr lang="en-US"/>
          <a:t>Add other three if you want / need</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13092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s://www.bing.com/ck/a?!&amp;&amp;p=4a0b4040384a8f5dd86b4543706b49ec8f726e6588a676ed2a92d63f91197d33JmltdHM9MTc2NDM3NDQwMA&amp;ptn=3&amp;ver=2&amp;hsh=4&amp;fclid=2814cdff-5309-6aba-0592-de8252636b8d&amp;psq=OLS+assumption+of+normality&amp;u=a1aHR0cHM6Ly9zdGF0aXN0aWNzYnlqaW0uY29tL3JlZ3Jlc3Npb24vb2xzLWxpbmVhci1yZWdyZXNzaW9uLWFzc3VtcHRpb25zLw&amp;ntb=1" TargetMode="External"/><Relationship Id="rId2" Type="http://schemas.openxmlformats.org/officeDocument/2006/relationships/slide" Target="../slides/slide22.xml"/><Relationship Id="rId1" Type="http://schemas.openxmlformats.org/officeDocument/2006/relationships/notesMaster" Target="../notesMasters/notesMaster1.xml"/><Relationship Id="rId5" Type="http://schemas.openxmlformats.org/officeDocument/2006/relationships/hyperlink" Target="https://www.bing.com/ck/a?!&amp;&amp;p=a375e818a41306c4c1449e9e8bdce63237ffed1d17f66be972b31556c9c38c64JmltdHM9MTc2NDM3NDQwMA&amp;ptn=3&amp;ver=2&amp;hsh=4&amp;fclid=2814cdff-5309-6aba-0592-de8252636b8d&amp;psq=OLS+assumption+of+normality&amp;u=a1aHR0cHM6Ly9zdGF0cy5zdGFja2V4Y2hhbmdlLmNvbS9xdWVzdGlvbnMvNDg5ODAwL3doYXQtZG9lcy10aGUtbm9ybWFsaXR5LWFzc3VtcHRpb24taW4tb2xzLWFuZC1nbG0taW1wbHk&amp;ntb=1" TargetMode="External"/><Relationship Id="rId4" Type="http://schemas.openxmlformats.org/officeDocument/2006/relationships/hyperlink" Target="https://www.bing.com/ck/a?!&amp;&amp;p=385755554ceafdfa42baa023e2ac8e34f058124f183e1b52293c39533bac04b7JmltdHM9MTc2NDM3NDQwMA&amp;ptn=3&amp;ver=2&amp;hsh=4&amp;fclid=2814cdff-5309-6aba-0592-de8252636b8d&amp;psq=OLS+assumption+of+normality&amp;u=a1aHR0cHM6Ly93d3cuc3RhdGxlY3QuY29tL2Z1bmRhbWVudGFscy1vZi1zdGF0aXN0aWNzL09MUy1lc3RpbWF0b3ItcHJvcGVydGllcw&amp;ntb=1" TargetMode="Externa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15FB3F-532A-3937-03C2-15E0621460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2DAF4D-21F6-36C3-DED9-C122C527F4C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1DB67A8D-E8B3-1E13-E3F6-4B5B42769FA9}"/>
              </a:ext>
            </a:extLst>
          </p:cNvPr>
          <p:cNvSpPr>
            <a:spLocks noGrp="1"/>
          </p:cNvSpPr>
          <p:nvPr>
            <p:ph type="body" sz="quarter" idx="3"/>
          </p:nvPr>
        </p:nvSpPr>
        <p:spPr/>
        <p:txBody>
          <a:bodyPr/>
          <a:lstStyle/>
          <a:p>
            <a:r>
              <a:t>Introduce yourself, outline agenda for 30-minute talk.</a:t>
            </a:r>
          </a:p>
        </p:txBody>
      </p:sp>
      <p:sp>
        <p:nvSpPr>
          <p:cNvPr id="4" name="Slide Number Placeholder 3">
            <a:extLst>
              <a:ext uri="{FF2B5EF4-FFF2-40B4-BE49-F238E27FC236}">
                <a16:creationId xmlns:a16="http://schemas.microsoft.com/office/drawing/2014/main" id="{02011EF3-D4B7-876E-F668-F984AD2DDB96}"/>
              </a:ext>
            </a:extLst>
          </p:cNvPr>
          <p:cNvSpPr>
            <a:spLocks noGrp="1"/>
          </p:cNvSpPr>
          <p:nvPr>
            <p:ph type="sldNum" sz="quarter" idx="5"/>
          </p:nvPr>
        </p:nvSpPr>
        <p:spPr/>
      </p:sp>
    </p:spTree>
    <p:extLst>
      <p:ext uri="{BB962C8B-B14F-4D97-AF65-F5344CB8AC3E}">
        <p14:creationId xmlns:p14="http://schemas.microsoft.com/office/powerpoint/2010/main" val="13599795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yourself, outline agenda for 30-minute talk.</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why modeling healthcare costs matters and challenges posed by skewed data.</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3364257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sz="1800">
                <a:effectLst/>
                <a:latin typeface="Times New Roman" panose="02020603050405020304" pitchFamily="18" charset="0"/>
                <a:ea typeface="Calibri" panose="020F0502020204030204" pitchFamily="34" charset="0"/>
              </a:rPr>
              <a:t>Frequently, the main goal of empirical analysis in this area is to obtain reliable estimates of policy parameters like the marginal effects or average marginal effects of </a:t>
            </a:r>
            <a:r>
              <a:rPr lang="en-US" sz="1800" i="1">
                <a:effectLst/>
                <a:latin typeface="Times New Roman" panose="02020603050405020304" pitchFamily="18" charset="0"/>
                <a:ea typeface="Calibri" panose="020F0502020204030204" pitchFamily="34" charset="0"/>
              </a:rPr>
              <a:t>x</a:t>
            </a:r>
            <a:r>
              <a:rPr lang="en-US" sz="1800">
                <a:effectLst/>
                <a:latin typeface="Times New Roman" panose="02020603050405020304" pitchFamily="18" charset="0"/>
                <a:ea typeface="Calibri" panose="020F0502020204030204" pitchFamily="34" charset="0"/>
              </a:rPr>
              <a:t> on some function of the conditional distribution of </a:t>
            </a:r>
            <a:r>
              <a:rPr lang="en-US" sz="1800" i="1">
                <a:effectLst/>
                <a:latin typeface="Times New Roman" panose="02020603050405020304" pitchFamily="18" charset="0"/>
                <a:ea typeface="Calibri" panose="020F0502020204030204" pitchFamily="34" charset="0"/>
              </a:rPr>
              <a:t>y</a:t>
            </a:r>
            <a:r>
              <a:rPr lang="en-US" sz="1800">
                <a:effectLst/>
                <a:latin typeface="Times New Roman" panose="02020603050405020304" pitchFamily="18" charset="0"/>
                <a:ea typeface="Calibri" panose="020F0502020204030204" pitchFamily="34" charset="0"/>
              </a:rPr>
              <a:t> (typically </a:t>
            </a:r>
            <a:r>
              <a:rPr lang="en-US" sz="1800" i="1">
                <a:effectLst/>
                <a:latin typeface="Times New Roman" panose="02020603050405020304" pitchFamily="18" charset="0"/>
                <a:ea typeface="Calibri" panose="020F0502020204030204" pitchFamily="34" charset="0"/>
              </a:rPr>
              <a:t>E[</a:t>
            </a:r>
            <a:r>
              <a:rPr lang="en-US" sz="1800" i="1" err="1">
                <a:effectLst/>
                <a:latin typeface="Times New Roman" panose="02020603050405020304" pitchFamily="18" charset="0"/>
                <a:ea typeface="Calibri" panose="020F0502020204030204" pitchFamily="34" charset="0"/>
              </a:rPr>
              <a:t>y|x</a:t>
            </a:r>
            <a:r>
              <a:rPr lang="en-US" sz="1800" i="1">
                <a:effectLst/>
                <a:latin typeface="Times New Roman" panose="02020603050405020304" pitchFamily="18" charset="0"/>
                <a:ea typeface="Calibri" panose="020F0502020204030204" pitchFamily="34" charset="0"/>
              </a:rPr>
              <a:t>]</a:t>
            </a:r>
            <a:r>
              <a:rPr lang="en-US" sz="1800">
                <a:effectLst/>
                <a:latin typeface="Times New Roman" panose="02020603050405020304" pitchFamily="18" charset="0"/>
                <a:ea typeface="Calibri" panose="020F0502020204030204" pitchFamily="34" charset="0"/>
              </a:rPr>
              <a:t>) and its corresponding marginal effects. In practical terms, this means estimating how change in a predictor variable (e.g., receiving a treatment, being insured, or living in a rural vs urban environment) affects expected healthcare expenditures, adjusting for other factors. For example, if the variable </a:t>
            </a:r>
            <a:r>
              <a:rPr lang="en-US" sz="1800" i="1">
                <a:effectLst/>
                <a:latin typeface="Times New Roman" panose="02020603050405020304" pitchFamily="18" charset="0"/>
                <a:ea typeface="Calibri" panose="020F0502020204030204" pitchFamily="34" charset="0"/>
              </a:rPr>
              <a:t>x </a:t>
            </a:r>
            <a:r>
              <a:rPr lang="en-US" sz="1800">
                <a:effectLst/>
                <a:latin typeface="Times New Roman" panose="02020603050405020304" pitchFamily="18" charset="0"/>
                <a:ea typeface="Calibri" panose="020F0502020204030204" pitchFamily="34" charset="0"/>
              </a:rPr>
              <a:t>represents participation in a health intervention, the marginal effect quantifies how much average spending is expected to increase or decrease for individuals who received the intervention compared to those who did not. These estimates are critical for informing policy decisions and evaluating the impact of an intervention.</a:t>
            </a:r>
          </a:p>
          <a:p>
            <a:endParaRPr lang="en-US" sz="1800">
              <a:effectLst/>
              <a:latin typeface="Times New Roman" panose="02020603050405020304" pitchFamily="18" charset="0"/>
              <a:ea typeface="Calibri" panose="020F0502020204030204" pitchFamily="34" charset="0"/>
            </a:endParaRPr>
          </a:p>
          <a:p>
            <a:r>
              <a:rPr lang="en-US" sz="1800">
                <a:effectLst/>
                <a:latin typeface="Times New Roman" panose="02020603050405020304" pitchFamily="18" charset="0"/>
                <a:ea typeface="Calibri" panose="020F0502020204030204" pitchFamily="34" charset="0"/>
              </a:rPr>
              <a:t>In the context of a two-part model, marginal effects often reflect the combined influence of both the likelihood of any spending and the expected amount conditional on spending, making them especially relevant for skewed, zero-inflated data like healthcare costs</a:t>
            </a:r>
            <a:endParaRP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7011388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why modeling healthcare costs matters and challenges posed by skewed data.</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Mass at zero: Mixed discrete-continuous random variables with two basic statistical features: </a:t>
            </a:r>
            <a:r>
              <a:rPr lang="en-US" err="1"/>
              <a:t>y_i</a:t>
            </a:r>
            <a:r>
              <a:rPr lang="en-US"/>
              <a:t> &gt; 0 and </a:t>
            </a:r>
            <a:r>
              <a:rPr lang="en-US" err="1"/>
              <a:t>y_i</a:t>
            </a:r>
            <a:r>
              <a:rPr lang="en-US"/>
              <a:t> = 0, observed often enough that there are compelling substantive and statistical reasons for special treatment, with mass at point zero rending a single index model undesirable</a:t>
            </a:r>
          </a:p>
          <a:p>
            <a:endParaRP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4978961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9531D-B8B5-A9AE-7EBF-24D9EB80AC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BED330-8E7E-096A-5745-F4A8436345FB}"/>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EA31653-F60D-12A1-0F84-BA22377CF5F4}"/>
              </a:ext>
            </a:extLst>
          </p:cNvPr>
          <p:cNvSpPr>
            <a:spLocks noGrp="1"/>
          </p:cNvSpPr>
          <p:nvPr>
            <p:ph type="body" sz="quarter" idx="3"/>
          </p:nvPr>
        </p:nvSpPr>
        <p:spPr/>
        <p:txBody>
          <a:bodyPr/>
          <a:lstStyle/>
          <a:p>
            <a:r>
              <a:t>Discuss mass at zero, skewness, and heteroskedasticity.</a:t>
            </a:r>
          </a:p>
        </p:txBody>
      </p:sp>
      <p:sp>
        <p:nvSpPr>
          <p:cNvPr id="4" name="Slide Number Placeholder 3">
            <a:extLst>
              <a:ext uri="{FF2B5EF4-FFF2-40B4-BE49-F238E27FC236}">
                <a16:creationId xmlns:a16="http://schemas.microsoft.com/office/drawing/2014/main" id="{E4FD6D2E-6254-D817-7F81-F3B10ACA0368}"/>
              </a:ext>
            </a:extLst>
          </p:cNvPr>
          <p:cNvSpPr>
            <a:spLocks noGrp="1"/>
          </p:cNvSpPr>
          <p:nvPr>
            <p:ph type="sldNum" sz="quarter" idx="5"/>
          </p:nvPr>
        </p:nvSpPr>
        <p:spPr/>
      </p:sp>
    </p:spTree>
    <p:extLst>
      <p:ext uri="{BB962C8B-B14F-4D97-AF65-F5344CB8AC3E}">
        <p14:creationId xmlns:p14="http://schemas.microsoft.com/office/powerpoint/2010/main" val="4522319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9531D-B8B5-A9AE-7EBF-24D9EB80AC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BED330-8E7E-096A-5745-F4A8436345FB}"/>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EA31653-F60D-12A1-0F84-BA22377CF5F4}"/>
              </a:ext>
            </a:extLst>
          </p:cNvPr>
          <p:cNvSpPr>
            <a:spLocks noGrp="1"/>
          </p:cNvSpPr>
          <p:nvPr>
            <p:ph type="body" sz="quarter" idx="3"/>
          </p:nvPr>
        </p:nvSpPr>
        <p:spPr/>
        <p:txBody>
          <a:bodyPr/>
          <a:lstStyle/>
          <a:p>
            <a:r>
              <a:t>Discuss mass at zero, skewness, and heteroskedasticity.</a:t>
            </a:r>
          </a:p>
        </p:txBody>
      </p:sp>
      <p:sp>
        <p:nvSpPr>
          <p:cNvPr id="4" name="Slide Number Placeholder 3">
            <a:extLst>
              <a:ext uri="{FF2B5EF4-FFF2-40B4-BE49-F238E27FC236}">
                <a16:creationId xmlns:a16="http://schemas.microsoft.com/office/drawing/2014/main" id="{E4FD6D2E-6254-D817-7F81-F3B10ACA0368}"/>
              </a:ext>
            </a:extLst>
          </p:cNvPr>
          <p:cNvSpPr>
            <a:spLocks noGrp="1"/>
          </p:cNvSpPr>
          <p:nvPr>
            <p:ph type="sldNum" sz="quarter" idx="5"/>
          </p:nvPr>
        </p:nvSpPr>
        <p:spPr/>
      </p:sp>
    </p:spTree>
    <p:extLst>
      <p:ext uri="{BB962C8B-B14F-4D97-AF65-F5344CB8AC3E}">
        <p14:creationId xmlns:p14="http://schemas.microsoft.com/office/powerpoint/2010/main" val="2053080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9531D-B8B5-A9AE-7EBF-24D9EB80AC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BED330-8E7E-096A-5745-F4A8436345FB}"/>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EA31653-F60D-12A1-0F84-BA22377CF5F4}"/>
              </a:ext>
            </a:extLst>
          </p:cNvPr>
          <p:cNvSpPr>
            <a:spLocks noGrp="1"/>
          </p:cNvSpPr>
          <p:nvPr>
            <p:ph type="body" sz="quarter" idx="3"/>
          </p:nvPr>
        </p:nvSpPr>
        <p:spPr/>
        <p:txBody>
          <a:bodyPr/>
          <a:lstStyle/>
          <a:p>
            <a:r>
              <a:rPr lang="en-US"/>
              <a:t>Well documented across studies, locations</a:t>
            </a:r>
            <a:endParaRPr/>
          </a:p>
        </p:txBody>
      </p:sp>
      <p:sp>
        <p:nvSpPr>
          <p:cNvPr id="4" name="Slide Number Placeholder 3">
            <a:extLst>
              <a:ext uri="{FF2B5EF4-FFF2-40B4-BE49-F238E27FC236}">
                <a16:creationId xmlns:a16="http://schemas.microsoft.com/office/drawing/2014/main" id="{E4FD6D2E-6254-D817-7F81-F3B10ACA0368}"/>
              </a:ext>
            </a:extLst>
          </p:cNvPr>
          <p:cNvSpPr>
            <a:spLocks noGrp="1"/>
          </p:cNvSpPr>
          <p:nvPr>
            <p:ph type="sldNum" sz="quarter" idx="5"/>
          </p:nvPr>
        </p:nvSpPr>
        <p:spPr/>
      </p:sp>
    </p:spTree>
    <p:extLst>
      <p:ext uri="{BB962C8B-B14F-4D97-AF65-F5344CB8AC3E}">
        <p14:creationId xmlns:p14="http://schemas.microsoft.com/office/powerpoint/2010/main" val="17872446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8219670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Well documented across fields: third bullet political science, second bullet accounting.</a:t>
            </a:r>
            <a:endParaRP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2020215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9531D-B8B5-A9AE-7EBF-24D9EB80AC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BED330-8E7E-096A-5745-F4A8436345FB}"/>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EA31653-F60D-12A1-0F84-BA22377CF5F4}"/>
              </a:ext>
            </a:extLst>
          </p:cNvPr>
          <p:cNvSpPr>
            <a:spLocks noGrp="1"/>
          </p:cNvSpPr>
          <p:nvPr>
            <p:ph type="body" sz="quarter" idx="3"/>
          </p:nvPr>
        </p:nvSpPr>
        <p:spPr/>
        <p:txBody>
          <a:bodyPr/>
          <a:lstStyle/>
          <a:p>
            <a:r>
              <a:rPr lang="en-US"/>
              <a:t>Well documented across studies, locations</a:t>
            </a:r>
            <a:endParaRPr/>
          </a:p>
        </p:txBody>
      </p:sp>
      <p:sp>
        <p:nvSpPr>
          <p:cNvPr id="4" name="Slide Number Placeholder 3">
            <a:extLst>
              <a:ext uri="{FF2B5EF4-FFF2-40B4-BE49-F238E27FC236}">
                <a16:creationId xmlns:a16="http://schemas.microsoft.com/office/drawing/2014/main" id="{E4FD6D2E-6254-D817-7F81-F3B10ACA0368}"/>
              </a:ext>
            </a:extLst>
          </p:cNvPr>
          <p:cNvSpPr>
            <a:spLocks noGrp="1"/>
          </p:cNvSpPr>
          <p:nvPr>
            <p:ph type="sldNum" sz="quarter" idx="5"/>
          </p:nvPr>
        </p:nvSpPr>
        <p:spPr/>
      </p:sp>
    </p:spTree>
    <p:extLst>
      <p:ext uri="{BB962C8B-B14F-4D97-AF65-F5344CB8AC3E}">
        <p14:creationId xmlns:p14="http://schemas.microsoft.com/office/powerpoint/2010/main" val="16819214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9531D-B8B5-A9AE-7EBF-24D9EB80AC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BED330-8E7E-096A-5745-F4A8436345FB}"/>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EA31653-F60D-12A1-0F84-BA22377CF5F4}"/>
              </a:ext>
            </a:extLst>
          </p:cNvPr>
          <p:cNvSpPr>
            <a:spLocks noGrp="1"/>
          </p:cNvSpPr>
          <p:nvPr>
            <p:ph type="body" sz="quarter" idx="3"/>
          </p:nvPr>
        </p:nvSpPr>
        <p:spPr/>
        <p:txBody>
          <a:bodyPr/>
          <a:lstStyle/>
          <a:p>
            <a:r>
              <a:rPr lang="en-US"/>
              <a:t>Well documented across studies, locations</a:t>
            </a:r>
            <a:endParaRPr/>
          </a:p>
        </p:txBody>
      </p:sp>
      <p:sp>
        <p:nvSpPr>
          <p:cNvPr id="4" name="Slide Number Placeholder 3">
            <a:extLst>
              <a:ext uri="{FF2B5EF4-FFF2-40B4-BE49-F238E27FC236}">
                <a16:creationId xmlns:a16="http://schemas.microsoft.com/office/drawing/2014/main" id="{E4FD6D2E-6254-D817-7F81-F3B10ACA0368}"/>
              </a:ext>
            </a:extLst>
          </p:cNvPr>
          <p:cNvSpPr>
            <a:spLocks noGrp="1"/>
          </p:cNvSpPr>
          <p:nvPr>
            <p:ph type="sldNum" sz="quarter" idx="5"/>
          </p:nvPr>
        </p:nvSpPr>
        <p:spPr/>
      </p:sp>
    </p:spTree>
    <p:extLst>
      <p:ext uri="{BB962C8B-B14F-4D97-AF65-F5344CB8AC3E}">
        <p14:creationId xmlns:p14="http://schemas.microsoft.com/office/powerpoint/2010/main" val="7950513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9531D-B8B5-A9AE-7EBF-24D9EB80AC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BED330-8E7E-096A-5745-F4A8436345FB}"/>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EA31653-F60D-12A1-0F84-BA22377CF5F4}"/>
              </a:ext>
            </a:extLst>
          </p:cNvPr>
          <p:cNvSpPr>
            <a:spLocks noGrp="1"/>
          </p:cNvSpPr>
          <p:nvPr>
            <p:ph type="body" sz="quarter" idx="3"/>
          </p:nvPr>
        </p:nvSpPr>
        <p:spPr/>
        <p:txBody>
          <a:bodyPr/>
          <a:lstStyle/>
          <a:p>
            <a:r>
              <a:rPr lang="en-US"/>
              <a:t>Why not designed to take extreme values into account? I couldn’t find a reference or reasoning.</a:t>
            </a:r>
          </a:p>
          <a:p>
            <a:r>
              <a:rPr lang="en-US"/>
              <a:t>Compromise: 50k? Why?? No reference to this value in literature. (35 isn’t 5%)</a:t>
            </a:r>
            <a:endParaRPr/>
          </a:p>
        </p:txBody>
      </p:sp>
      <p:sp>
        <p:nvSpPr>
          <p:cNvPr id="4" name="Slide Number Placeholder 3">
            <a:extLst>
              <a:ext uri="{FF2B5EF4-FFF2-40B4-BE49-F238E27FC236}">
                <a16:creationId xmlns:a16="http://schemas.microsoft.com/office/drawing/2014/main" id="{E4FD6D2E-6254-D817-7F81-F3B10ACA0368}"/>
              </a:ext>
            </a:extLst>
          </p:cNvPr>
          <p:cNvSpPr>
            <a:spLocks noGrp="1"/>
          </p:cNvSpPr>
          <p:nvPr>
            <p:ph type="sldNum" sz="quarter" idx="5"/>
          </p:nvPr>
        </p:nvSpPr>
        <p:spPr/>
      </p:sp>
    </p:spTree>
    <p:extLst>
      <p:ext uri="{BB962C8B-B14F-4D97-AF65-F5344CB8AC3E}">
        <p14:creationId xmlns:p14="http://schemas.microsoft.com/office/powerpoint/2010/main" val="37392573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9531D-B8B5-A9AE-7EBF-24D9EB80AC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BED330-8E7E-096A-5745-F4A8436345FB}"/>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EA31653-F60D-12A1-0F84-BA22377CF5F4}"/>
              </a:ext>
            </a:extLst>
          </p:cNvPr>
          <p:cNvSpPr>
            <a:spLocks noGrp="1"/>
          </p:cNvSpPr>
          <p:nvPr>
            <p:ph type="body" sz="quarter" idx="3"/>
          </p:nvPr>
        </p:nvSpPr>
        <p:spPr/>
        <p:txBody>
          <a:bodyPr/>
          <a:lstStyle/>
          <a:p>
            <a:r>
              <a:rPr lang="en-US"/>
              <a:t>Why not designed to take extreme values into account? I couldn’t find a reference or reasoning.</a:t>
            </a:r>
          </a:p>
          <a:p>
            <a:r>
              <a:rPr lang="en-US"/>
              <a:t>Compromise: 50k? Why?? No reference to this value in literature. (35 isn’t 5%)</a:t>
            </a:r>
            <a:endParaRPr/>
          </a:p>
        </p:txBody>
      </p:sp>
      <p:sp>
        <p:nvSpPr>
          <p:cNvPr id="4" name="Slide Number Placeholder 3">
            <a:extLst>
              <a:ext uri="{FF2B5EF4-FFF2-40B4-BE49-F238E27FC236}">
                <a16:creationId xmlns:a16="http://schemas.microsoft.com/office/drawing/2014/main" id="{E4FD6D2E-6254-D817-7F81-F3B10ACA0368}"/>
              </a:ext>
            </a:extLst>
          </p:cNvPr>
          <p:cNvSpPr>
            <a:spLocks noGrp="1"/>
          </p:cNvSpPr>
          <p:nvPr>
            <p:ph type="sldNum" sz="quarter" idx="5"/>
          </p:nvPr>
        </p:nvSpPr>
        <p:spPr/>
      </p:sp>
    </p:spTree>
    <p:extLst>
      <p:ext uri="{BB962C8B-B14F-4D97-AF65-F5344CB8AC3E}">
        <p14:creationId xmlns:p14="http://schemas.microsoft.com/office/powerpoint/2010/main" val="13240280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9531D-B8B5-A9AE-7EBF-24D9EB80AC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BED330-8E7E-096A-5745-F4A8436345FB}"/>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EA31653-F60D-12A1-0F84-BA22377CF5F4}"/>
              </a:ext>
            </a:extLst>
          </p:cNvPr>
          <p:cNvSpPr>
            <a:spLocks noGrp="1"/>
          </p:cNvSpPr>
          <p:nvPr>
            <p:ph type="body" sz="quarter" idx="3"/>
          </p:nvPr>
        </p:nvSpPr>
        <p:spPr/>
        <p:txBody>
          <a:bodyPr/>
          <a:lstStyle/>
          <a:p>
            <a:r>
              <a:rPr lang="en-US"/>
              <a:t>Why not designed to take extreme values into account? I couldn’t find a reference or reasoning.</a:t>
            </a:r>
          </a:p>
          <a:p>
            <a:r>
              <a:rPr lang="en-US"/>
              <a:t>Compromise: 50k? Why?? No reference to this value in literature. (35 isn’t 5%)</a:t>
            </a:r>
            <a:endParaRPr/>
          </a:p>
        </p:txBody>
      </p:sp>
      <p:sp>
        <p:nvSpPr>
          <p:cNvPr id="4" name="Slide Number Placeholder 3">
            <a:extLst>
              <a:ext uri="{FF2B5EF4-FFF2-40B4-BE49-F238E27FC236}">
                <a16:creationId xmlns:a16="http://schemas.microsoft.com/office/drawing/2014/main" id="{E4FD6D2E-6254-D817-7F81-F3B10ACA0368}"/>
              </a:ext>
            </a:extLst>
          </p:cNvPr>
          <p:cNvSpPr>
            <a:spLocks noGrp="1"/>
          </p:cNvSpPr>
          <p:nvPr>
            <p:ph type="sldNum" sz="quarter" idx="5"/>
          </p:nvPr>
        </p:nvSpPr>
        <p:spPr/>
      </p:sp>
    </p:spTree>
    <p:extLst>
      <p:ext uri="{BB962C8B-B14F-4D97-AF65-F5344CB8AC3E}">
        <p14:creationId xmlns:p14="http://schemas.microsoft.com/office/powerpoint/2010/main" val="6987101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9531D-B8B5-A9AE-7EBF-24D9EB80AC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BED330-8E7E-096A-5745-F4A8436345FB}"/>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EA31653-F60D-12A1-0F84-BA22377CF5F4}"/>
              </a:ext>
            </a:extLst>
          </p:cNvPr>
          <p:cNvSpPr>
            <a:spLocks noGrp="1"/>
          </p:cNvSpPr>
          <p:nvPr>
            <p:ph type="body" sz="quarter" idx="3"/>
          </p:nvPr>
        </p:nvSpPr>
        <p:spPr/>
        <p:txBody>
          <a:bodyPr/>
          <a:lstStyle/>
          <a:p>
            <a:endParaRPr/>
          </a:p>
        </p:txBody>
      </p:sp>
      <p:sp>
        <p:nvSpPr>
          <p:cNvPr id="4" name="Slide Number Placeholder 3">
            <a:extLst>
              <a:ext uri="{FF2B5EF4-FFF2-40B4-BE49-F238E27FC236}">
                <a16:creationId xmlns:a16="http://schemas.microsoft.com/office/drawing/2014/main" id="{E4FD6D2E-6254-D817-7F81-F3B10ACA0368}"/>
              </a:ext>
            </a:extLst>
          </p:cNvPr>
          <p:cNvSpPr>
            <a:spLocks noGrp="1"/>
          </p:cNvSpPr>
          <p:nvPr>
            <p:ph type="sldNum" sz="quarter" idx="5"/>
          </p:nvPr>
        </p:nvSpPr>
        <p:spPr/>
      </p:sp>
    </p:spTree>
    <p:extLst>
      <p:ext uri="{BB962C8B-B14F-4D97-AF65-F5344CB8AC3E}">
        <p14:creationId xmlns:p14="http://schemas.microsoft.com/office/powerpoint/2010/main" val="5730102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9531D-B8B5-A9AE-7EBF-24D9EB80AC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BED330-8E7E-096A-5745-F4A8436345FB}"/>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EA31653-F60D-12A1-0F84-BA22377CF5F4}"/>
              </a:ext>
            </a:extLst>
          </p:cNvPr>
          <p:cNvSpPr>
            <a:spLocks noGrp="1"/>
          </p:cNvSpPr>
          <p:nvPr>
            <p:ph type="body" sz="quarter" idx="3"/>
          </p:nvPr>
        </p:nvSpPr>
        <p:spPr/>
        <p:txBody>
          <a:bodyPr/>
          <a:lstStyle/>
          <a:p>
            <a:endParaRPr/>
          </a:p>
        </p:txBody>
      </p:sp>
      <p:sp>
        <p:nvSpPr>
          <p:cNvPr id="4" name="Slide Number Placeholder 3">
            <a:extLst>
              <a:ext uri="{FF2B5EF4-FFF2-40B4-BE49-F238E27FC236}">
                <a16:creationId xmlns:a16="http://schemas.microsoft.com/office/drawing/2014/main" id="{E4FD6D2E-6254-D817-7F81-F3B10ACA0368}"/>
              </a:ext>
            </a:extLst>
          </p:cNvPr>
          <p:cNvSpPr>
            <a:spLocks noGrp="1"/>
          </p:cNvSpPr>
          <p:nvPr>
            <p:ph type="sldNum" sz="quarter" idx="5"/>
          </p:nvPr>
        </p:nvSpPr>
        <p:spPr/>
      </p:sp>
    </p:spTree>
    <p:extLst>
      <p:ext uri="{BB962C8B-B14F-4D97-AF65-F5344CB8AC3E}">
        <p14:creationId xmlns:p14="http://schemas.microsoft.com/office/powerpoint/2010/main" val="2453094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9531D-B8B5-A9AE-7EBF-24D9EB80AC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BED330-8E7E-096A-5745-F4A8436345FB}"/>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EA31653-F60D-12A1-0F84-BA22377CF5F4}"/>
              </a:ext>
            </a:extLst>
          </p:cNvPr>
          <p:cNvSpPr>
            <a:spLocks noGrp="1"/>
          </p:cNvSpPr>
          <p:nvPr>
            <p:ph type="body" sz="quarter" idx="3"/>
          </p:nvPr>
        </p:nvSpPr>
        <p:spPr/>
        <p:txBody>
          <a:bodyPr/>
          <a:lstStyle/>
          <a:p>
            <a:r>
              <a:rPr lang="en-US"/>
              <a:t>Well documented across studies, locations</a:t>
            </a:r>
            <a:endParaRPr/>
          </a:p>
        </p:txBody>
      </p:sp>
      <p:sp>
        <p:nvSpPr>
          <p:cNvPr id="4" name="Slide Number Placeholder 3">
            <a:extLst>
              <a:ext uri="{FF2B5EF4-FFF2-40B4-BE49-F238E27FC236}">
                <a16:creationId xmlns:a16="http://schemas.microsoft.com/office/drawing/2014/main" id="{E4FD6D2E-6254-D817-7F81-F3B10ACA0368}"/>
              </a:ext>
            </a:extLst>
          </p:cNvPr>
          <p:cNvSpPr>
            <a:spLocks noGrp="1"/>
          </p:cNvSpPr>
          <p:nvPr>
            <p:ph type="sldNum" sz="quarter" idx="5"/>
          </p:nvPr>
        </p:nvSpPr>
        <p:spPr/>
      </p:sp>
    </p:spTree>
    <p:extLst>
      <p:ext uri="{BB962C8B-B14F-4D97-AF65-F5344CB8AC3E}">
        <p14:creationId xmlns:p14="http://schemas.microsoft.com/office/powerpoint/2010/main" val="10180459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why OLS fails under these conditions.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7150857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why OLS fails under these conditions.</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CC9033-0BEF-FFF0-78D1-246366DD61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61F38B-BF92-F962-BB86-FFB1BA3D1455}"/>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9ABD0C97-57F7-0EA3-CABE-EEF866ABD923}"/>
              </a:ext>
            </a:extLst>
          </p:cNvPr>
          <p:cNvSpPr>
            <a:spLocks noGrp="1"/>
          </p:cNvSpPr>
          <p:nvPr>
            <p:ph type="body" sz="quarter" idx="3"/>
          </p:nvPr>
        </p:nvSpPr>
        <p:spPr/>
        <p:txBody>
          <a:bodyPr/>
          <a:lstStyle/>
          <a:p>
            <a:r>
              <a:rPr lang="en-US" sz="1200" b="1" kern="1200">
                <a:solidFill>
                  <a:schemeClr val="tx1"/>
                </a:solidFill>
                <a:effectLst/>
                <a:latin typeface="+mn-lt"/>
                <a:ea typeface="+mn-ea"/>
                <a:cs typeface="+mn-cs"/>
              </a:rPr>
              <a:t>The normality assumption in OLS regression states that the error terms should be normally distributed, which is crucial for valid hypothesis testing and confidence intervals.</a:t>
            </a:r>
          </a:p>
          <a:p>
            <a:pPr latinLnBrk="0"/>
            <a:r>
              <a:rPr lang="en-US" sz="1200" b="1" kern="1200">
                <a:solidFill>
                  <a:schemeClr val="tx1"/>
                </a:solidFill>
                <a:effectLst/>
                <a:latin typeface="+mn-lt"/>
                <a:ea typeface="+mn-ea"/>
                <a:cs typeface="+mn-cs"/>
              </a:rPr>
              <a:t>Understanding the Normality Assumption</a:t>
            </a:r>
          </a:p>
          <a:p>
            <a:pPr latinLnBrk="0"/>
            <a:r>
              <a:rPr lang="en-US" sz="1200" b="0" kern="1200">
                <a:solidFill>
                  <a:schemeClr val="tx1"/>
                </a:solidFill>
                <a:effectLst/>
                <a:latin typeface="+mn-lt"/>
                <a:ea typeface="+mn-ea"/>
                <a:cs typeface="+mn-cs"/>
              </a:rPr>
              <a:t>In the context of OLS regression, the normality assumption specifically refers to the distribution of the error terms (residuals) in the regression model. This assumption is important for several reasons:</a:t>
            </a:r>
          </a:p>
          <a:p>
            <a:pPr latinLnBrk="0"/>
            <a:r>
              <a:rPr lang="en-US" sz="1200" b="1" u="none" strike="noStrike" kern="1200">
                <a:solidFill>
                  <a:schemeClr val="tx1"/>
                </a:solidFill>
                <a:effectLst/>
                <a:latin typeface="+mn-lt"/>
                <a:ea typeface="+mn-ea"/>
                <a:cs typeface="+mn-cs"/>
                <a:hlinkClick r:id="rId3"/>
              </a:rPr>
              <a:t>Statistical Inference</a:t>
            </a:r>
            <a:r>
              <a:rPr lang="en-US" sz="1200" b="0" u="none" strike="noStrike" kern="1200">
                <a:solidFill>
                  <a:schemeClr val="tx1"/>
                </a:solidFill>
                <a:effectLst/>
                <a:latin typeface="+mn-lt"/>
                <a:ea typeface="+mn-ea"/>
                <a:cs typeface="+mn-cs"/>
                <a:hlinkClick r:id="rId3"/>
              </a:rPr>
              <a:t>: When the error terms are normally distributed, it allows for valid statistical inference, including hypothesis testing and the construction of confidence intervals for the regression coefficients. This is because many statistical tests rely on the normality of the sampling distribution of the estimators. </a:t>
            </a:r>
            <a:endParaRPr lang="en-US" sz="1200" b="0" kern="1200">
              <a:solidFill>
                <a:schemeClr val="tx1"/>
              </a:solidFill>
              <a:effectLst/>
              <a:latin typeface="+mn-lt"/>
              <a:ea typeface="+mn-ea"/>
              <a:cs typeface="+mn-cs"/>
            </a:endParaRPr>
          </a:p>
          <a:p>
            <a:pPr latinLnBrk="0"/>
            <a:r>
              <a:rPr lang="en-US" sz="1200" b="1" u="sng" kern="1200">
                <a:solidFill>
                  <a:schemeClr val="tx1"/>
                </a:solidFill>
                <a:effectLst/>
                <a:latin typeface="+mn-lt"/>
                <a:ea typeface="+mn-ea"/>
                <a:cs typeface="+mn-cs"/>
                <a:hlinkClick r:id="rId3"/>
              </a:rPr>
              <a:t>2</a:t>
            </a:r>
            <a:endParaRPr lang="en-US" sz="1200" b="0" u="sng" kern="1200">
              <a:solidFill>
                <a:schemeClr val="tx1"/>
              </a:solidFill>
              <a:effectLst/>
              <a:latin typeface="+mn-lt"/>
              <a:ea typeface="+mn-ea"/>
              <a:cs typeface="+mn-cs"/>
              <a:hlinkClick r:id="rId3"/>
            </a:endParaRPr>
          </a:p>
          <a:p>
            <a:pPr latinLnBrk="0"/>
            <a:r>
              <a:rPr lang="en-US" sz="1200" b="1" u="none" strike="noStrike" kern="1200">
                <a:solidFill>
                  <a:schemeClr val="tx1"/>
                </a:solidFill>
                <a:effectLst/>
                <a:latin typeface="+mn-lt"/>
                <a:ea typeface="+mn-ea"/>
                <a:cs typeface="+mn-cs"/>
                <a:hlinkClick r:id="rId4"/>
              </a:rPr>
              <a:t>Central Limit Theorem</a:t>
            </a:r>
            <a:r>
              <a:rPr lang="en-US" sz="1200" b="0" u="none" strike="noStrike" kern="1200">
                <a:solidFill>
                  <a:schemeClr val="tx1"/>
                </a:solidFill>
                <a:effectLst/>
                <a:latin typeface="+mn-lt"/>
                <a:ea typeface="+mn-ea"/>
                <a:cs typeface="+mn-cs"/>
                <a:hlinkClick r:id="rId4"/>
              </a:rPr>
              <a:t>: Even if the error terms are not normally distributed, the Central Limit Theorem suggests that the sampling distribution of the OLS estimators will approach normality as the sample size increases, provided that the sample size is sufficiently large. This means that for large samples, the normality assumption is less critical. </a:t>
            </a:r>
            <a:endParaRPr lang="en-US" sz="1200" b="0" kern="1200">
              <a:solidFill>
                <a:schemeClr val="tx1"/>
              </a:solidFill>
              <a:effectLst/>
              <a:latin typeface="+mn-lt"/>
              <a:ea typeface="+mn-ea"/>
              <a:cs typeface="+mn-cs"/>
            </a:endParaRPr>
          </a:p>
          <a:p>
            <a:pPr latinLnBrk="0"/>
            <a:r>
              <a:rPr lang="en-US" sz="1200" b="1" u="sng" kern="1200">
                <a:solidFill>
                  <a:schemeClr val="tx1"/>
                </a:solidFill>
                <a:effectLst/>
                <a:latin typeface="+mn-lt"/>
                <a:ea typeface="+mn-ea"/>
                <a:cs typeface="+mn-cs"/>
                <a:hlinkClick r:id="rId4"/>
              </a:rPr>
              <a:t>2</a:t>
            </a:r>
            <a:endParaRPr lang="en-US" sz="1200" b="0" u="sng" kern="1200">
              <a:solidFill>
                <a:schemeClr val="tx1"/>
              </a:solidFill>
              <a:effectLst/>
              <a:latin typeface="+mn-lt"/>
              <a:ea typeface="+mn-ea"/>
              <a:cs typeface="+mn-cs"/>
              <a:hlinkClick r:id="rId4"/>
            </a:endParaRPr>
          </a:p>
          <a:p>
            <a:pPr latinLnBrk="0"/>
            <a:r>
              <a:rPr lang="en-US" sz="1200" b="1" u="none" strike="noStrike" kern="1200">
                <a:solidFill>
                  <a:schemeClr val="tx1"/>
                </a:solidFill>
                <a:effectLst/>
                <a:latin typeface="+mn-lt"/>
                <a:ea typeface="+mn-ea"/>
                <a:cs typeface="+mn-cs"/>
                <a:hlinkClick r:id="rId3"/>
              </a:rPr>
              <a:t>Model Validity</a:t>
            </a:r>
            <a:r>
              <a:rPr lang="en-US" sz="1200" b="0" u="none" strike="noStrike" kern="1200">
                <a:solidFill>
                  <a:schemeClr val="tx1"/>
                </a:solidFill>
                <a:effectLst/>
                <a:latin typeface="+mn-lt"/>
                <a:ea typeface="+mn-ea"/>
                <a:cs typeface="+mn-cs"/>
                <a:hlinkClick r:id="rId3"/>
              </a:rPr>
              <a:t>: If the normality assumption is violated, it may indicate that the model is misspecified or that there are outliers affecting the results. In such cases, the estimates may still be unbiased, but they may not be efficient, leading to wider confidence intervals and less reliable hypothesis tests. </a:t>
            </a:r>
            <a:endParaRPr lang="en-US" sz="1200" b="0" kern="1200">
              <a:solidFill>
                <a:schemeClr val="tx1"/>
              </a:solidFill>
              <a:effectLst/>
              <a:latin typeface="+mn-lt"/>
              <a:ea typeface="+mn-ea"/>
              <a:cs typeface="+mn-cs"/>
            </a:endParaRPr>
          </a:p>
          <a:p>
            <a:pPr latinLnBrk="0"/>
            <a:r>
              <a:rPr lang="en-US" sz="1200" b="1" u="sng" kern="1200">
                <a:solidFill>
                  <a:schemeClr val="tx1"/>
                </a:solidFill>
                <a:effectLst/>
                <a:latin typeface="+mn-lt"/>
                <a:ea typeface="+mn-ea"/>
                <a:cs typeface="+mn-cs"/>
                <a:hlinkClick r:id="rId3"/>
              </a:rPr>
              <a:t>2</a:t>
            </a:r>
            <a:endParaRPr lang="en-US" sz="1200" b="0" u="sng" kern="1200">
              <a:solidFill>
                <a:schemeClr val="tx1"/>
              </a:solidFill>
              <a:effectLst/>
              <a:latin typeface="+mn-lt"/>
              <a:ea typeface="+mn-ea"/>
              <a:cs typeface="+mn-cs"/>
              <a:hlinkClick r:id="rId3"/>
            </a:endParaRPr>
          </a:p>
          <a:p>
            <a:pPr latinLnBrk="0"/>
            <a:r>
              <a:rPr lang="en-US" sz="1200" b="0" kern="1200">
                <a:solidFill>
                  <a:schemeClr val="tx1"/>
                </a:solidFill>
                <a:effectLst/>
                <a:latin typeface="+mn-lt"/>
                <a:ea typeface="+mn-ea"/>
                <a:cs typeface="+mn-cs"/>
              </a:rPr>
              <a:t>4 Sources</a:t>
            </a:r>
          </a:p>
          <a:p>
            <a:pPr latinLnBrk="0"/>
            <a:r>
              <a:rPr lang="en-US" sz="1200" b="1" kern="1200">
                <a:solidFill>
                  <a:schemeClr val="tx1"/>
                </a:solidFill>
                <a:effectLst/>
                <a:latin typeface="+mn-lt"/>
                <a:ea typeface="+mn-ea"/>
                <a:cs typeface="+mn-cs"/>
              </a:rPr>
              <a:t>Implications of Violating the Normality Assumption</a:t>
            </a:r>
          </a:p>
          <a:p>
            <a:pPr latinLnBrk="0"/>
            <a:r>
              <a:rPr lang="en-US" sz="1200" b="0" kern="1200">
                <a:solidFill>
                  <a:schemeClr val="tx1"/>
                </a:solidFill>
                <a:effectLst/>
                <a:latin typeface="+mn-lt"/>
                <a:ea typeface="+mn-ea"/>
                <a:cs typeface="+mn-cs"/>
              </a:rPr>
              <a:t>If the normality assumption is violated, several issues may arise:</a:t>
            </a:r>
          </a:p>
          <a:p>
            <a:pPr latinLnBrk="0"/>
            <a:r>
              <a:rPr lang="en-US" sz="1200" b="1" kern="1200">
                <a:solidFill>
                  <a:schemeClr val="tx1"/>
                </a:solidFill>
                <a:effectLst/>
                <a:latin typeface="+mn-lt"/>
                <a:ea typeface="+mn-ea"/>
                <a:cs typeface="+mn-cs"/>
              </a:rPr>
              <a:t>Inaccurate Inference</a:t>
            </a:r>
            <a:r>
              <a:rPr lang="en-US" sz="1200" b="0" kern="1200">
                <a:solidFill>
                  <a:schemeClr val="tx1"/>
                </a:solidFill>
                <a:effectLst/>
                <a:latin typeface="+mn-lt"/>
                <a:ea typeface="+mn-ea"/>
                <a:cs typeface="+mn-cs"/>
              </a:rPr>
              <a:t>: Hypothesis tests may yield misleading results, leading to incorrect conclusions about the significance of predictors.</a:t>
            </a:r>
          </a:p>
          <a:p>
            <a:pPr latinLnBrk="0"/>
            <a:r>
              <a:rPr lang="en-US" sz="1200" b="1" kern="1200">
                <a:solidFill>
                  <a:schemeClr val="tx1"/>
                </a:solidFill>
                <a:effectLst/>
                <a:latin typeface="+mn-lt"/>
                <a:ea typeface="+mn-ea"/>
                <a:cs typeface="+mn-cs"/>
              </a:rPr>
              <a:t>Wider Confidence Intervals</a:t>
            </a:r>
            <a:r>
              <a:rPr lang="en-US" sz="1200" b="0" kern="1200">
                <a:solidFill>
                  <a:schemeClr val="tx1"/>
                </a:solidFill>
                <a:effectLst/>
                <a:latin typeface="+mn-lt"/>
                <a:ea typeface="+mn-ea"/>
                <a:cs typeface="+mn-cs"/>
              </a:rPr>
              <a:t>: The confidence intervals for the regression coefficients may be wider than they should be, reducing the precision of estimates.</a:t>
            </a:r>
          </a:p>
          <a:p>
            <a:pPr latinLnBrk="0"/>
            <a:r>
              <a:rPr lang="en-US" sz="1200" b="1" u="none" strike="noStrike" kern="1200">
                <a:solidFill>
                  <a:schemeClr val="tx1"/>
                </a:solidFill>
                <a:effectLst/>
                <a:latin typeface="+mn-lt"/>
                <a:ea typeface="+mn-ea"/>
                <a:cs typeface="+mn-cs"/>
                <a:hlinkClick r:id="rId5"/>
              </a:rPr>
              <a:t>Alternative Approaches</a:t>
            </a:r>
            <a:r>
              <a:rPr lang="en-US" sz="1200" b="0" u="none" strike="noStrike" kern="1200">
                <a:solidFill>
                  <a:schemeClr val="tx1"/>
                </a:solidFill>
                <a:effectLst/>
                <a:latin typeface="+mn-lt"/>
                <a:ea typeface="+mn-ea"/>
                <a:cs typeface="+mn-cs"/>
                <a:hlinkClick r:id="rId5"/>
              </a:rPr>
              <a:t>: If normality is a concern, analysts may consider using robust regression techniques, transforming the dependent variable, or employing generalized linear models (GLMs) that do not require normality of the error terms. </a:t>
            </a:r>
            <a:endParaRPr lang="en-US" sz="1200" b="0" kern="1200">
              <a:solidFill>
                <a:schemeClr val="tx1"/>
              </a:solidFill>
              <a:effectLst/>
              <a:latin typeface="+mn-lt"/>
              <a:ea typeface="+mn-ea"/>
              <a:cs typeface="+mn-cs"/>
            </a:endParaRPr>
          </a:p>
          <a:p>
            <a:pPr latinLnBrk="0"/>
            <a:r>
              <a:rPr lang="en-US" sz="1200" b="1" u="sng" kern="1200">
                <a:solidFill>
                  <a:schemeClr val="tx1"/>
                </a:solidFill>
                <a:effectLst/>
                <a:latin typeface="+mn-lt"/>
                <a:ea typeface="+mn-ea"/>
                <a:cs typeface="+mn-cs"/>
                <a:hlinkClick r:id="rId5"/>
              </a:rPr>
              <a:t>2</a:t>
            </a:r>
            <a:endParaRPr lang="en-US" sz="1200" b="0" u="sng" kern="1200">
              <a:solidFill>
                <a:schemeClr val="tx1"/>
              </a:solidFill>
              <a:effectLst/>
              <a:latin typeface="+mn-lt"/>
              <a:ea typeface="+mn-ea"/>
              <a:cs typeface="+mn-cs"/>
              <a:hlinkClick r:id="rId5"/>
            </a:endParaRPr>
          </a:p>
          <a:p>
            <a:pPr latinLnBrk="0"/>
            <a:r>
              <a:rPr lang="en-US" sz="1200" b="0" kern="1200">
                <a:solidFill>
                  <a:schemeClr val="tx1"/>
                </a:solidFill>
                <a:effectLst/>
                <a:latin typeface="+mn-lt"/>
                <a:ea typeface="+mn-ea"/>
                <a:cs typeface="+mn-cs"/>
              </a:rPr>
              <a:t>2 Sources</a:t>
            </a:r>
          </a:p>
        </p:txBody>
      </p:sp>
      <p:sp>
        <p:nvSpPr>
          <p:cNvPr id="4" name="Slide Number Placeholder 3">
            <a:extLst>
              <a:ext uri="{FF2B5EF4-FFF2-40B4-BE49-F238E27FC236}">
                <a16:creationId xmlns:a16="http://schemas.microsoft.com/office/drawing/2014/main" id="{7F02C8BA-DDFA-94A4-9838-335A808BCCB2}"/>
              </a:ext>
            </a:extLst>
          </p:cNvPr>
          <p:cNvSpPr>
            <a:spLocks noGrp="1"/>
          </p:cNvSpPr>
          <p:nvPr>
            <p:ph type="sldNum" sz="quarter" idx="5"/>
          </p:nvPr>
        </p:nvSpPr>
        <p:spPr/>
      </p:sp>
    </p:spTree>
    <p:extLst>
      <p:ext uri="{BB962C8B-B14F-4D97-AF65-F5344CB8AC3E}">
        <p14:creationId xmlns:p14="http://schemas.microsoft.com/office/powerpoint/2010/main" val="22116857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alternatives: GLM, TPM, DiD.</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96192-4698-B189-165A-EEF443F456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074830-ECC7-C3D7-9582-792F7C69465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6D02620-6427-68B2-6DA8-9D5D33287D14}"/>
              </a:ext>
            </a:extLst>
          </p:cNvPr>
          <p:cNvSpPr>
            <a:spLocks noGrp="1"/>
          </p:cNvSpPr>
          <p:nvPr>
            <p:ph type="body" sz="quarter" idx="3"/>
          </p:nvPr>
        </p:nvSpPr>
        <p:spPr/>
        <p:txBody>
          <a:bodyPr/>
          <a:lstStyle/>
          <a:p>
            <a:r>
              <a:rPr lang="en-US"/>
              <a:t>In the policy world, common to see DiD</a:t>
            </a:r>
            <a:endParaRPr/>
          </a:p>
        </p:txBody>
      </p:sp>
      <p:sp>
        <p:nvSpPr>
          <p:cNvPr id="4" name="Slide Number Placeholder 3">
            <a:extLst>
              <a:ext uri="{FF2B5EF4-FFF2-40B4-BE49-F238E27FC236}">
                <a16:creationId xmlns:a16="http://schemas.microsoft.com/office/drawing/2014/main" id="{592FDDAD-3086-C7EF-3E8D-BB9F63883CAD}"/>
              </a:ext>
            </a:extLst>
          </p:cNvPr>
          <p:cNvSpPr>
            <a:spLocks noGrp="1"/>
          </p:cNvSpPr>
          <p:nvPr>
            <p:ph type="sldNum" sz="quarter" idx="5"/>
          </p:nvPr>
        </p:nvSpPr>
        <p:spPr/>
      </p:sp>
    </p:spTree>
    <p:extLst>
      <p:ext uri="{BB962C8B-B14F-4D97-AF65-F5344CB8AC3E}">
        <p14:creationId xmlns:p14="http://schemas.microsoft.com/office/powerpoint/2010/main" val="40167902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96192-4698-B189-165A-EEF443F456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074830-ECC7-C3D7-9582-792F7C69465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6D02620-6427-68B2-6DA8-9D5D33287D14}"/>
              </a:ext>
            </a:extLst>
          </p:cNvPr>
          <p:cNvSpPr>
            <a:spLocks noGrp="1"/>
          </p:cNvSpPr>
          <p:nvPr>
            <p:ph type="body" sz="quarter" idx="3"/>
          </p:nvPr>
        </p:nvSpPr>
        <p:spPr/>
        <p:txBody>
          <a:bodyPr/>
          <a:lstStyle/>
          <a:p>
            <a:r>
              <a:rPr lang="en-US"/>
              <a:t>Geurts, 2022 who also looked at top-coding, this is estimator beta_3</a:t>
            </a:r>
            <a:endParaRPr/>
          </a:p>
        </p:txBody>
      </p:sp>
      <p:sp>
        <p:nvSpPr>
          <p:cNvPr id="4" name="Slide Number Placeholder 3">
            <a:extLst>
              <a:ext uri="{FF2B5EF4-FFF2-40B4-BE49-F238E27FC236}">
                <a16:creationId xmlns:a16="http://schemas.microsoft.com/office/drawing/2014/main" id="{592FDDAD-3086-C7EF-3E8D-BB9F63883CAD}"/>
              </a:ext>
            </a:extLst>
          </p:cNvPr>
          <p:cNvSpPr>
            <a:spLocks noGrp="1"/>
          </p:cNvSpPr>
          <p:nvPr>
            <p:ph type="sldNum" sz="quarter" idx="5"/>
          </p:nvPr>
        </p:nvSpPr>
        <p:spPr/>
      </p:sp>
    </p:spTree>
    <p:extLst>
      <p:ext uri="{BB962C8B-B14F-4D97-AF65-F5344CB8AC3E}">
        <p14:creationId xmlns:p14="http://schemas.microsoft.com/office/powerpoint/2010/main" val="127962944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96192-4698-B189-165A-EEF443F456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074830-ECC7-C3D7-9582-792F7C69465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6D02620-6427-68B2-6DA8-9D5D33287D14}"/>
              </a:ext>
            </a:extLst>
          </p:cNvPr>
          <p:cNvSpPr>
            <a:spLocks noGrp="1"/>
          </p:cNvSpPr>
          <p:nvPr>
            <p:ph type="body" sz="quarter" idx="3"/>
          </p:nvPr>
        </p:nvSpPr>
        <p:spPr/>
        <p:txBody>
          <a:bodyPr/>
          <a:lstStyle/>
          <a:p>
            <a:r>
              <a:rPr lang="en-US" sz="1800">
                <a:effectLst/>
                <a:latin typeface="Times New Roman" panose="02020603050405020304" pitchFamily="18" charset="0"/>
                <a:ea typeface="Calibri" panose="020F0502020204030204" pitchFamily="34" charset="0"/>
              </a:rPr>
              <a:t>Validity hinges on the parallel trends assumption: that in the absence of treatment, the outcome trajectories of treated and control groups would have followed the same path. Violations of this assumption can lead to biased estimates </a:t>
            </a:r>
            <a:endParaRPr/>
          </a:p>
        </p:txBody>
      </p:sp>
      <p:sp>
        <p:nvSpPr>
          <p:cNvPr id="4" name="Slide Number Placeholder 3">
            <a:extLst>
              <a:ext uri="{FF2B5EF4-FFF2-40B4-BE49-F238E27FC236}">
                <a16:creationId xmlns:a16="http://schemas.microsoft.com/office/drawing/2014/main" id="{592FDDAD-3086-C7EF-3E8D-BB9F63883CAD}"/>
              </a:ext>
            </a:extLst>
          </p:cNvPr>
          <p:cNvSpPr>
            <a:spLocks noGrp="1"/>
          </p:cNvSpPr>
          <p:nvPr>
            <p:ph type="sldNum" sz="quarter" idx="5"/>
          </p:nvPr>
        </p:nvSpPr>
        <p:spPr/>
      </p:sp>
    </p:spTree>
    <p:extLst>
      <p:ext uri="{BB962C8B-B14F-4D97-AF65-F5344CB8AC3E}">
        <p14:creationId xmlns:p14="http://schemas.microsoft.com/office/powerpoint/2010/main" val="285649338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Summarize literature and gaps.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09178883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96192-4698-B189-165A-EEF443F456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074830-ECC7-C3D7-9582-792F7C69465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6D02620-6427-68B2-6DA8-9D5D33287D14}"/>
              </a:ext>
            </a:extLst>
          </p:cNvPr>
          <p:cNvSpPr>
            <a:spLocks noGrp="1"/>
          </p:cNvSpPr>
          <p:nvPr>
            <p:ph type="body" sz="quarter" idx="3"/>
          </p:nvPr>
        </p:nvSpPr>
        <p:spPr/>
        <p:txBody>
          <a:bodyPr/>
          <a:lstStyle/>
          <a:p>
            <a:endParaRPr/>
          </a:p>
        </p:txBody>
      </p:sp>
      <p:sp>
        <p:nvSpPr>
          <p:cNvPr id="4" name="Slide Number Placeholder 3">
            <a:extLst>
              <a:ext uri="{FF2B5EF4-FFF2-40B4-BE49-F238E27FC236}">
                <a16:creationId xmlns:a16="http://schemas.microsoft.com/office/drawing/2014/main" id="{592FDDAD-3086-C7EF-3E8D-BB9F63883CAD}"/>
              </a:ext>
            </a:extLst>
          </p:cNvPr>
          <p:cNvSpPr>
            <a:spLocks noGrp="1"/>
          </p:cNvSpPr>
          <p:nvPr>
            <p:ph type="sldNum" sz="quarter" idx="5"/>
          </p:nvPr>
        </p:nvSpPr>
        <p:spPr/>
      </p:sp>
    </p:spTree>
    <p:extLst>
      <p:ext uri="{BB962C8B-B14F-4D97-AF65-F5344CB8AC3E}">
        <p14:creationId xmlns:p14="http://schemas.microsoft.com/office/powerpoint/2010/main" val="427153206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E87556-35C3-E86F-83B3-9984EF09D2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22816C-ED84-F711-2C68-79176D723416}"/>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41998942-C403-67DA-1EC6-BA11E4AF2A8F}"/>
              </a:ext>
            </a:extLst>
          </p:cNvPr>
          <p:cNvSpPr>
            <a:spLocks noGrp="1"/>
          </p:cNvSpPr>
          <p:nvPr>
            <p:ph type="body" sz="quarter" idx="3"/>
          </p:nvPr>
        </p:nvSpPr>
        <p:spPr/>
        <p:txBody>
          <a:bodyPr/>
          <a:lstStyle/>
          <a:p>
            <a:endParaRPr/>
          </a:p>
        </p:txBody>
      </p:sp>
      <p:sp>
        <p:nvSpPr>
          <p:cNvPr id="4" name="Slide Number Placeholder 3">
            <a:extLst>
              <a:ext uri="{FF2B5EF4-FFF2-40B4-BE49-F238E27FC236}">
                <a16:creationId xmlns:a16="http://schemas.microsoft.com/office/drawing/2014/main" id="{75E2C155-61BA-976B-0CF2-09159711E37A}"/>
              </a:ext>
            </a:extLst>
          </p:cNvPr>
          <p:cNvSpPr>
            <a:spLocks noGrp="1"/>
          </p:cNvSpPr>
          <p:nvPr>
            <p:ph type="sldNum" sz="quarter" idx="5"/>
          </p:nvPr>
        </p:nvSpPr>
        <p:spPr/>
      </p:sp>
    </p:spTree>
    <p:extLst>
      <p:ext uri="{BB962C8B-B14F-4D97-AF65-F5344CB8AC3E}">
        <p14:creationId xmlns:p14="http://schemas.microsoft.com/office/powerpoint/2010/main" val="162812470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BE0531-C378-F632-7714-3068FE27B9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668D1C-10F2-B93B-9508-A6F054B294E5}"/>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A9CBEDE-8EC7-E9FE-B4A0-1016BD34409A}"/>
              </a:ext>
            </a:extLst>
          </p:cNvPr>
          <p:cNvSpPr>
            <a:spLocks noGrp="1"/>
          </p:cNvSpPr>
          <p:nvPr>
            <p:ph type="body" sz="quarter" idx="3"/>
          </p:nvPr>
        </p:nvSpPr>
        <p:spPr/>
        <p:txBody>
          <a:bodyPr/>
          <a:lstStyle/>
          <a:p>
            <a:endParaRPr/>
          </a:p>
        </p:txBody>
      </p:sp>
      <p:sp>
        <p:nvSpPr>
          <p:cNvPr id="4" name="Slide Number Placeholder 3">
            <a:extLst>
              <a:ext uri="{FF2B5EF4-FFF2-40B4-BE49-F238E27FC236}">
                <a16:creationId xmlns:a16="http://schemas.microsoft.com/office/drawing/2014/main" id="{81B9060F-0799-E9F7-BBDB-DFB6585409D7}"/>
              </a:ext>
            </a:extLst>
          </p:cNvPr>
          <p:cNvSpPr>
            <a:spLocks noGrp="1"/>
          </p:cNvSpPr>
          <p:nvPr>
            <p:ph type="sldNum" sz="quarter" idx="5"/>
          </p:nvPr>
        </p:nvSpPr>
        <p:spPr/>
      </p:sp>
    </p:spTree>
    <p:extLst>
      <p:ext uri="{BB962C8B-B14F-4D97-AF65-F5344CB8AC3E}">
        <p14:creationId xmlns:p14="http://schemas.microsoft.com/office/powerpoint/2010/main" val="274195095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74F0FB-99BE-DCD7-3EFA-D62D4277E2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1B5053-7CA7-14FE-9B8A-C86A1BA045C5}"/>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5A8E4D6-EFA4-ED4B-FFE5-577C0B130931}"/>
              </a:ext>
            </a:extLst>
          </p:cNvPr>
          <p:cNvSpPr>
            <a:spLocks noGrp="1"/>
          </p:cNvSpPr>
          <p:nvPr>
            <p:ph type="body" sz="quarter" idx="3"/>
          </p:nvPr>
        </p:nvSpPr>
        <p:spPr/>
        <p:txBody>
          <a:bodyPr/>
          <a:lstStyle/>
          <a:p>
            <a:endParaRPr/>
          </a:p>
        </p:txBody>
      </p:sp>
      <p:sp>
        <p:nvSpPr>
          <p:cNvPr id="4" name="Slide Number Placeholder 3">
            <a:extLst>
              <a:ext uri="{FF2B5EF4-FFF2-40B4-BE49-F238E27FC236}">
                <a16:creationId xmlns:a16="http://schemas.microsoft.com/office/drawing/2014/main" id="{8F720277-870C-090B-8D13-22CD1EA448B0}"/>
              </a:ext>
            </a:extLst>
          </p:cNvPr>
          <p:cNvSpPr>
            <a:spLocks noGrp="1"/>
          </p:cNvSpPr>
          <p:nvPr>
            <p:ph type="sldNum" sz="quarter" idx="5"/>
          </p:nvPr>
        </p:nvSpPr>
        <p:spPr/>
      </p:sp>
    </p:spTree>
    <p:extLst>
      <p:ext uri="{BB962C8B-B14F-4D97-AF65-F5344CB8AC3E}">
        <p14:creationId xmlns:p14="http://schemas.microsoft.com/office/powerpoint/2010/main" val="94504007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Describe simulation design and factorial structure.</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96192-4698-B189-165A-EEF443F456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074830-ECC7-C3D7-9582-792F7C69465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6D02620-6427-68B2-6DA8-9D5D33287D14}"/>
              </a:ext>
            </a:extLst>
          </p:cNvPr>
          <p:cNvSpPr>
            <a:spLocks noGrp="1"/>
          </p:cNvSpPr>
          <p:nvPr>
            <p:ph type="body" sz="quarter" idx="3"/>
          </p:nvPr>
        </p:nvSpPr>
        <p:spPr/>
        <p:txBody>
          <a:bodyPr/>
          <a:lstStyle/>
          <a:p>
            <a:endParaRPr/>
          </a:p>
        </p:txBody>
      </p:sp>
      <p:sp>
        <p:nvSpPr>
          <p:cNvPr id="4" name="Slide Number Placeholder 3">
            <a:extLst>
              <a:ext uri="{FF2B5EF4-FFF2-40B4-BE49-F238E27FC236}">
                <a16:creationId xmlns:a16="http://schemas.microsoft.com/office/drawing/2014/main" id="{592FDDAD-3086-C7EF-3E8D-BB9F63883CAD}"/>
              </a:ext>
            </a:extLst>
          </p:cNvPr>
          <p:cNvSpPr>
            <a:spLocks noGrp="1"/>
          </p:cNvSpPr>
          <p:nvPr>
            <p:ph type="sldNum" sz="quarter" idx="5"/>
          </p:nvPr>
        </p:nvSpPr>
        <p:spPr/>
      </p:sp>
    </p:spTree>
    <p:extLst>
      <p:ext uri="{BB962C8B-B14F-4D97-AF65-F5344CB8AC3E}">
        <p14:creationId xmlns:p14="http://schemas.microsoft.com/office/powerpoint/2010/main" val="152714584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Summarize literature and gaps.</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96192-4698-B189-165A-EEF443F456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074830-ECC7-C3D7-9582-792F7C69465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6D02620-6427-68B2-6DA8-9D5D33287D14}"/>
              </a:ext>
            </a:extLst>
          </p:cNvPr>
          <p:cNvSpPr>
            <a:spLocks noGrp="1"/>
          </p:cNvSpPr>
          <p:nvPr>
            <p:ph type="body" sz="quarter" idx="3"/>
          </p:nvPr>
        </p:nvSpPr>
        <p:spPr/>
        <p:txBody>
          <a:bodyPr/>
          <a:lstStyle/>
          <a:p>
            <a:endParaRPr/>
          </a:p>
        </p:txBody>
      </p:sp>
      <p:sp>
        <p:nvSpPr>
          <p:cNvPr id="4" name="Slide Number Placeholder 3">
            <a:extLst>
              <a:ext uri="{FF2B5EF4-FFF2-40B4-BE49-F238E27FC236}">
                <a16:creationId xmlns:a16="http://schemas.microsoft.com/office/drawing/2014/main" id="{592FDDAD-3086-C7EF-3E8D-BB9F63883CAD}"/>
              </a:ext>
            </a:extLst>
          </p:cNvPr>
          <p:cNvSpPr>
            <a:spLocks noGrp="1"/>
          </p:cNvSpPr>
          <p:nvPr>
            <p:ph type="sldNum" sz="quarter" idx="5"/>
          </p:nvPr>
        </p:nvSpPr>
        <p:spPr/>
      </p:sp>
    </p:spTree>
    <p:extLst>
      <p:ext uri="{BB962C8B-B14F-4D97-AF65-F5344CB8AC3E}">
        <p14:creationId xmlns:p14="http://schemas.microsoft.com/office/powerpoint/2010/main" val="252409915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96192-4698-B189-165A-EEF443F456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074830-ECC7-C3D7-9582-792F7C69465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6D02620-6427-68B2-6DA8-9D5D33287D14}"/>
              </a:ext>
            </a:extLst>
          </p:cNvPr>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a:effectLst/>
                <a:latin typeface="Times New Roman" panose="02020603050405020304" pitchFamily="18" charset="0"/>
                <a:ea typeface="Calibri" panose="020F0502020204030204" pitchFamily="34" charset="0"/>
              </a:rPr>
              <a:t>. This design allows for a full, comprehensive assessment of how each method performs under realistic but controlled conditions, offering insights that would not be possible through empirical analysis alone.</a:t>
            </a:r>
          </a:p>
          <a:p>
            <a:endParaRPr/>
          </a:p>
        </p:txBody>
      </p:sp>
      <p:sp>
        <p:nvSpPr>
          <p:cNvPr id="4" name="Slide Number Placeholder 3">
            <a:extLst>
              <a:ext uri="{FF2B5EF4-FFF2-40B4-BE49-F238E27FC236}">
                <a16:creationId xmlns:a16="http://schemas.microsoft.com/office/drawing/2014/main" id="{592FDDAD-3086-C7EF-3E8D-BB9F63883CAD}"/>
              </a:ext>
            </a:extLst>
          </p:cNvPr>
          <p:cNvSpPr>
            <a:spLocks noGrp="1"/>
          </p:cNvSpPr>
          <p:nvPr>
            <p:ph type="sldNum" sz="quarter" idx="5"/>
          </p:nvPr>
        </p:nvSpPr>
        <p:spPr/>
      </p:sp>
    </p:spTree>
    <p:extLst>
      <p:ext uri="{BB962C8B-B14F-4D97-AF65-F5344CB8AC3E}">
        <p14:creationId xmlns:p14="http://schemas.microsoft.com/office/powerpoint/2010/main" val="394837387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C6C66-512D-54DE-2F61-ED0AC9DAE4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E57496-8572-F358-E281-2183B28FC6EC}"/>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E6F8C28-7B7F-EAF7-D91C-68F7172A4824}"/>
              </a:ext>
            </a:extLst>
          </p:cNvPr>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a:effectLst/>
                <a:latin typeface="Times New Roman" panose="02020603050405020304" pitchFamily="18" charset="0"/>
                <a:ea typeface="Calibri" panose="020F0502020204030204" pitchFamily="34" charset="0"/>
              </a:rPr>
              <a:t>. This design allows for a full, comprehensive assessment of how each method performs under realistic but controlled conditions, offering insights that would not be possible through empirical analysis alone.</a:t>
            </a:r>
          </a:p>
          <a:p>
            <a:endParaRPr/>
          </a:p>
        </p:txBody>
      </p:sp>
      <p:sp>
        <p:nvSpPr>
          <p:cNvPr id="4" name="Slide Number Placeholder 3">
            <a:extLst>
              <a:ext uri="{FF2B5EF4-FFF2-40B4-BE49-F238E27FC236}">
                <a16:creationId xmlns:a16="http://schemas.microsoft.com/office/drawing/2014/main" id="{9200A783-1DA0-A346-C3FC-91FD8BF3BC83}"/>
              </a:ext>
            </a:extLst>
          </p:cNvPr>
          <p:cNvSpPr>
            <a:spLocks noGrp="1"/>
          </p:cNvSpPr>
          <p:nvPr>
            <p:ph type="sldNum" sz="quarter" idx="5"/>
          </p:nvPr>
        </p:nvSpPr>
        <p:spPr/>
      </p:sp>
    </p:spTree>
    <p:extLst>
      <p:ext uri="{BB962C8B-B14F-4D97-AF65-F5344CB8AC3E}">
        <p14:creationId xmlns:p14="http://schemas.microsoft.com/office/powerpoint/2010/main" val="364856862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96192-4698-B189-165A-EEF443F456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074830-ECC7-C3D7-9582-792F7C69465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6D02620-6427-68B2-6DA8-9D5D33287D14}"/>
              </a:ext>
            </a:extLst>
          </p:cNvPr>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a:effectLst/>
                <a:latin typeface="Times New Roman" panose="02020603050405020304" pitchFamily="18" charset="0"/>
                <a:ea typeface="Calibri" panose="020F0502020204030204" pitchFamily="34" charset="0"/>
              </a:rPr>
              <a:t>Although the two-part model has become a standard approach for analyzing cost data with a mass at zero and right-skewed distribution, the treatment of extreme values, particularly through top-coding, remains inconsistently applied and/or justified. Researchers often rely on ad hoc decisions about top-coding thresholds or transformations without either evaluating or disclosing how these choices affect their estimates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a:effectLst/>
              <a:latin typeface="Times New Roman" panose="02020603050405020304" pitchFamily="18" charset="0"/>
              <a:ea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a:effectLst/>
                <a:latin typeface="Times New Roman" panose="02020603050405020304" pitchFamily="18" charset="0"/>
                <a:ea typeface="Calibri" panose="020F0502020204030204" pitchFamily="34" charset="0"/>
              </a:rPr>
              <a:t>Beyond methodological contributions, the study has broader implications for policy-relevant research. Accurate estimation of treatment effects in healthcare cost models is essential for evaluating interventions, allocating resources, and informing policy decisions. By clarifying how different top-coding strategies influence key inferential metrics, such as bias, standard error, and confidence interval coverage, this work contributes to the credibility and reproducibility of empirical findings in health economics and related fields</a:t>
            </a:r>
            <a:endParaRPr/>
          </a:p>
        </p:txBody>
      </p:sp>
      <p:sp>
        <p:nvSpPr>
          <p:cNvPr id="4" name="Slide Number Placeholder 3">
            <a:extLst>
              <a:ext uri="{FF2B5EF4-FFF2-40B4-BE49-F238E27FC236}">
                <a16:creationId xmlns:a16="http://schemas.microsoft.com/office/drawing/2014/main" id="{592FDDAD-3086-C7EF-3E8D-BB9F63883CAD}"/>
              </a:ext>
            </a:extLst>
          </p:cNvPr>
          <p:cNvSpPr>
            <a:spLocks noGrp="1"/>
          </p:cNvSpPr>
          <p:nvPr>
            <p:ph type="sldNum" sz="quarter" idx="5"/>
          </p:nvPr>
        </p:nvSpPr>
        <p:spPr/>
      </p:sp>
    </p:spTree>
    <p:extLst>
      <p:ext uri="{BB962C8B-B14F-4D97-AF65-F5344CB8AC3E}">
        <p14:creationId xmlns:p14="http://schemas.microsoft.com/office/powerpoint/2010/main" val="343179426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Summarize literature and gaps.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15908819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Application Examples: </a:t>
            </a:r>
            <a:r>
              <a:rPr lang="en-US" sz="1800">
                <a:effectLst/>
                <a:latin typeface="Times New Roman" panose="02020603050405020304" pitchFamily="18" charset="0"/>
                <a:ea typeface="Calibri" panose="020F0502020204030204" pitchFamily="34" charset="0"/>
              </a:rPr>
              <a:t>as only the square root function is easily retransformed back to the original scale. Log-normal variables (i.e. variables that are normally distributed after log transformation) are popular across many fields of science (Osborne, 2010).</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Application Examples: </a:t>
            </a:r>
            <a:r>
              <a:rPr lang="en-US" sz="1800">
                <a:effectLst/>
                <a:latin typeface="Times New Roman" panose="02020603050405020304" pitchFamily="18" charset="0"/>
                <a:ea typeface="Calibri" panose="020F0502020204030204" pitchFamily="34" charset="0"/>
              </a:rPr>
              <a:t>as only the square root function is easily retransformed back to the original scale. Log-normal variables (i.e. variables that are normally distributed after log transformation) are popular across many fields of science (Osborne, 2010).</a:t>
            </a:r>
          </a:p>
          <a:p>
            <a:endParaRP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61036056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28511867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documentation gaps and lack of consensus.</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Two-Part Model structure.</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Summarize empirical data and ACA example.</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Discuss pilot results and implications.</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84091D-11E7-75F4-0259-5535DE6312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EDF64D-AF15-9525-CD1A-E677328AFDE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773A32E4-9B8E-2861-1B9E-7DA27D6029F1}"/>
              </a:ext>
            </a:extLst>
          </p:cNvPr>
          <p:cNvSpPr>
            <a:spLocks noGrp="1"/>
          </p:cNvSpPr>
          <p:nvPr>
            <p:ph type="body" sz="quarter" idx="3"/>
          </p:nvPr>
        </p:nvSpPr>
        <p:spPr/>
        <p:txBody>
          <a:bodyPr/>
          <a:lstStyle/>
          <a:p>
            <a:r>
              <a:t>Discuss pilot results and implications.</a:t>
            </a:r>
          </a:p>
        </p:txBody>
      </p:sp>
      <p:sp>
        <p:nvSpPr>
          <p:cNvPr id="4" name="Slide Number Placeholder 3">
            <a:extLst>
              <a:ext uri="{FF2B5EF4-FFF2-40B4-BE49-F238E27FC236}">
                <a16:creationId xmlns:a16="http://schemas.microsoft.com/office/drawing/2014/main" id="{808EA2E3-812C-1CEC-A822-33E76C7DEACE}"/>
              </a:ext>
            </a:extLst>
          </p:cNvPr>
          <p:cNvSpPr>
            <a:spLocks noGrp="1"/>
          </p:cNvSpPr>
          <p:nvPr>
            <p:ph type="sldNum" sz="quarter" idx="5"/>
          </p:nvPr>
        </p:nvSpPr>
        <p:spPr/>
      </p:sp>
    </p:spTree>
    <p:extLst>
      <p:ext uri="{BB962C8B-B14F-4D97-AF65-F5344CB8AC3E}">
        <p14:creationId xmlns:p14="http://schemas.microsoft.com/office/powerpoint/2010/main" val="245425698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Highlight contributions to literature and practice.</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Acknowledge limitations and assumptions.</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Outline next steps and timeline.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12/2/2025</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microsoft.com/office/2018/10/relationships/comments" Target="../comments/modernComment_114_FDF70897.xml"/><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package" Target="../embeddings/Microsoft_Word_Document_58C6ECCD.docx"/><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6.emf"/></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441A9-6522-D0BE-5AF4-A0E1FBE5CD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9886FA-67BC-1262-2539-21E7BA76AD71}"/>
              </a:ext>
            </a:extLst>
          </p:cNvPr>
          <p:cNvSpPr>
            <a:spLocks noGrp="1"/>
          </p:cNvSpPr>
          <p:nvPr>
            <p:ph type="ctrTitle"/>
          </p:nvPr>
        </p:nvSpPr>
        <p:spPr/>
        <p:txBody>
          <a:bodyPr>
            <a:normAutofit fontScale="90000"/>
          </a:bodyPr>
          <a:lstStyle/>
          <a:p>
            <a:r>
              <a:rPr lang="en-US">
                <a:latin typeface="Franklin Gothic Demi" panose="020B0703020102020204" pitchFamily="34" charset="0"/>
              </a:rPr>
              <a:t>Transforming the Tail: Evaluating Top-Coding and Distributional Adjustments in Skewed Healthcare Expenditure Models</a:t>
            </a:r>
            <a:endParaRPr>
              <a:latin typeface="Franklin Gothic Demi" panose="020B0703020102020204" pitchFamily="34" charset="0"/>
            </a:endParaRPr>
          </a:p>
        </p:txBody>
      </p:sp>
      <p:sp>
        <p:nvSpPr>
          <p:cNvPr id="3" name="Content Placeholder 2">
            <a:extLst>
              <a:ext uri="{FF2B5EF4-FFF2-40B4-BE49-F238E27FC236}">
                <a16:creationId xmlns:a16="http://schemas.microsoft.com/office/drawing/2014/main" id="{3B59CE64-9048-7476-A51F-42DA85688201}"/>
              </a:ext>
            </a:extLst>
          </p:cNvPr>
          <p:cNvSpPr>
            <a:spLocks noGrp="1"/>
          </p:cNvSpPr>
          <p:nvPr>
            <p:ph type="subTitle" idx="1"/>
          </p:nvPr>
        </p:nvSpPr>
        <p:spPr>
          <a:xfrm>
            <a:off x="1033670" y="4611756"/>
            <a:ext cx="9329530" cy="1027043"/>
          </a:xfrm>
        </p:spPr>
        <p:txBody>
          <a:bodyPr>
            <a:normAutofit/>
          </a:bodyPr>
          <a:lstStyle/>
          <a:p>
            <a:pPr marL="0" indent="0">
              <a:buNone/>
            </a:pPr>
            <a:r>
              <a:rPr lang="en-US"/>
              <a:t>Kimberly T Wiggins</a:t>
            </a:r>
            <a:br>
              <a:rPr lang="en-US"/>
            </a:br>
            <a:r>
              <a:rPr lang="en-US" sz="2400"/>
              <a:t>December 2025</a:t>
            </a:r>
            <a:endParaRPr sz="2400"/>
          </a:p>
        </p:txBody>
      </p:sp>
    </p:spTree>
    <p:extLst>
      <p:ext uri="{BB962C8B-B14F-4D97-AF65-F5344CB8AC3E}">
        <p14:creationId xmlns:p14="http://schemas.microsoft.com/office/powerpoint/2010/main" val="11726275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latin typeface="Franklin Gothic Demi" panose="020B0703020102020204" pitchFamily="34" charset="0"/>
              </a:rPr>
              <a:t>Agenda</a:t>
            </a:r>
          </a:p>
        </p:txBody>
      </p:sp>
      <p:sp>
        <p:nvSpPr>
          <p:cNvPr id="3" name="Content Placeholder 2"/>
          <p:cNvSpPr>
            <a:spLocks noGrp="1"/>
          </p:cNvSpPr>
          <p:nvPr>
            <p:ph idx="1"/>
          </p:nvPr>
        </p:nvSpPr>
        <p:spPr/>
        <p:txBody>
          <a:bodyPr>
            <a:normAutofit/>
          </a:bodyPr>
          <a:lstStyle/>
          <a:p>
            <a:pPr marL="0" indent="0">
              <a:buNone/>
            </a:pPr>
            <a:r>
              <a:t>Agenda:</a:t>
            </a:r>
          </a:p>
          <a:p>
            <a:pPr>
              <a:buFont typeface="Arial" panose="020B0604020202020204" pitchFamily="34" charset="0"/>
              <a:buChar char="•"/>
            </a:pPr>
            <a:r>
              <a:rPr lang="en-US"/>
              <a:t>Statement of the Problem</a:t>
            </a:r>
            <a:endParaRPr/>
          </a:p>
          <a:p>
            <a:pPr>
              <a:buFont typeface="Arial" panose="020B0604020202020204" pitchFamily="34" charset="0"/>
              <a:buChar char="•"/>
            </a:pPr>
            <a:r>
              <a:rPr lang="en-US"/>
              <a:t>Common Approaches to Address Problems</a:t>
            </a:r>
          </a:p>
          <a:p>
            <a:pPr>
              <a:buFont typeface="Arial" panose="020B0604020202020204" pitchFamily="34" charset="0"/>
              <a:buChar char="•"/>
            </a:pPr>
            <a:r>
              <a:rPr lang="en-US"/>
              <a:t>Questions</a:t>
            </a:r>
            <a:endParaRPr/>
          </a:p>
          <a:p>
            <a:pPr>
              <a:buFont typeface="Arial" panose="020B0604020202020204" pitchFamily="34" charset="0"/>
              <a:buChar char="•"/>
            </a:pPr>
            <a:r>
              <a:t>Methodology</a:t>
            </a:r>
          </a:p>
          <a:p>
            <a:pPr>
              <a:buFont typeface="Arial" panose="020B0604020202020204" pitchFamily="34" charset="0"/>
              <a:buChar char="•"/>
            </a:pPr>
            <a:r>
              <a:rPr lang="en-US"/>
              <a:t>Pilot Study</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latin typeface="Franklin Gothic Demi" panose="020B0703020102020204" pitchFamily="34" charset="0"/>
              </a:rPr>
              <a:t>Introduction</a:t>
            </a:r>
          </a:p>
        </p:txBody>
      </p:sp>
      <p:sp>
        <p:nvSpPr>
          <p:cNvPr id="3" name="Content Placeholder 2"/>
          <p:cNvSpPr>
            <a:spLocks noGrp="1"/>
          </p:cNvSpPr>
          <p:nvPr>
            <p:ph idx="1"/>
          </p:nvPr>
        </p:nvSpPr>
        <p:spPr>
          <a:xfrm>
            <a:off x="609600" y="1600202"/>
            <a:ext cx="10972800" cy="3660912"/>
          </a:xfrm>
        </p:spPr>
        <p:txBody>
          <a:bodyPr>
            <a:normAutofit/>
          </a:bodyPr>
          <a:lstStyle/>
          <a:p>
            <a:pPr marL="0" indent="0">
              <a:buNone/>
            </a:pPr>
            <a:r>
              <a:rPr lang="en-US" sz="3600">
                <a:effectLst/>
                <a:latin typeface="Times New Roman" panose="02020603050405020304" pitchFamily="18" charset="0"/>
                <a:ea typeface="Calibri" panose="020F0502020204030204" pitchFamily="34" charset="0"/>
              </a:rPr>
              <a:t>“For decades, “how to contain health care costs?” has been a major recurring theme for health economists and policymakers around the world. Therefore, credible empirical analyses of the right tail of health expenditure distributions harbor great potential to answer some of the most pressing policy questions.” (Karlsson et al., 2024)</a:t>
            </a:r>
            <a:endParaRPr sz="3600"/>
          </a:p>
        </p:txBody>
      </p:sp>
    </p:spTree>
    <p:extLst>
      <p:ext uri="{BB962C8B-B14F-4D97-AF65-F5344CB8AC3E}">
        <p14:creationId xmlns:p14="http://schemas.microsoft.com/office/powerpoint/2010/main" val="19046013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a:latin typeface="Franklin Gothic Demi" panose="020B0703020102020204" pitchFamily="34" charset="0"/>
              </a:rPr>
              <a:t>The goal</a:t>
            </a:r>
            <a:endParaRPr>
              <a:latin typeface="Franklin Gothic Demi" panose="020B0703020102020204" pitchFamily="34" charset="0"/>
            </a:endParaRPr>
          </a:p>
        </p:txBody>
      </p:sp>
      <p:pic>
        <p:nvPicPr>
          <p:cNvPr id="5" name="Content Placeholder 4">
            <a:extLst>
              <a:ext uri="{FF2B5EF4-FFF2-40B4-BE49-F238E27FC236}">
                <a16:creationId xmlns:a16="http://schemas.microsoft.com/office/drawing/2014/main" id="{82746817-3F08-458D-B56D-D3973C8EEDE4}"/>
              </a:ext>
            </a:extLst>
          </p:cNvPr>
          <p:cNvPicPr>
            <a:picLocks noGrp="1" noChangeAspect="1"/>
          </p:cNvPicPr>
          <p:nvPr>
            <p:ph idx="1"/>
          </p:nvPr>
        </p:nvPicPr>
        <p:blipFill>
          <a:blip r:embed="rId3"/>
          <a:stretch>
            <a:fillRect/>
          </a:stretch>
        </p:blipFill>
        <p:spPr>
          <a:xfrm>
            <a:off x="4943061" y="846138"/>
            <a:ext cx="7125250" cy="5037775"/>
          </a:xfrm>
          <a:ln w="12700">
            <a:solidFill>
              <a:schemeClr val="tx1"/>
            </a:solidFill>
          </a:ln>
        </p:spPr>
      </p:pic>
      <p:sp>
        <p:nvSpPr>
          <p:cNvPr id="6" name="TextBox 5">
            <a:extLst>
              <a:ext uri="{FF2B5EF4-FFF2-40B4-BE49-F238E27FC236}">
                <a16:creationId xmlns:a16="http://schemas.microsoft.com/office/drawing/2014/main" id="{5B6EE9D9-D7CC-4C1E-865E-F9E2EA58FF19}"/>
              </a:ext>
            </a:extLst>
          </p:cNvPr>
          <p:cNvSpPr txBox="1"/>
          <p:nvPr/>
        </p:nvSpPr>
        <p:spPr>
          <a:xfrm>
            <a:off x="609600" y="1417638"/>
            <a:ext cx="4333461" cy="2585323"/>
          </a:xfrm>
          <a:prstGeom prst="rect">
            <a:avLst/>
          </a:prstGeom>
          <a:noFill/>
        </p:spPr>
        <p:txBody>
          <a:bodyPr wrap="square" rtlCol="0">
            <a:spAutoFit/>
          </a:bodyPr>
          <a:lstStyle/>
          <a:p>
            <a:r>
              <a:rPr lang="en-US"/>
              <a:t>Frequently, the main goal of empirical analysis in this area is to obtain reliable estimates of policy parameters like the marginal effects or average marginal effects of </a:t>
            </a:r>
            <a:r>
              <a:rPr lang="en-US" i="1"/>
              <a:t>x </a:t>
            </a:r>
            <a:r>
              <a:rPr lang="en-US"/>
              <a:t>on some function of the conditional distribution of </a:t>
            </a:r>
            <a:r>
              <a:rPr lang="en-US" i="1"/>
              <a:t>y</a:t>
            </a:r>
            <a:r>
              <a:rPr lang="en-US"/>
              <a:t> and its corresponding marginal effects. (i.e.: how change in a predictor variable affects the outcome, adjusting for other factors)</a:t>
            </a:r>
          </a:p>
        </p:txBody>
      </p:sp>
      <p:sp>
        <p:nvSpPr>
          <p:cNvPr id="7" name="TextBox 6">
            <a:extLst>
              <a:ext uri="{FF2B5EF4-FFF2-40B4-BE49-F238E27FC236}">
                <a16:creationId xmlns:a16="http://schemas.microsoft.com/office/drawing/2014/main" id="{653064ED-C2E6-4CD7-8C13-9446762CAFE7}"/>
              </a:ext>
            </a:extLst>
          </p:cNvPr>
          <p:cNvSpPr txBox="1"/>
          <p:nvPr/>
        </p:nvSpPr>
        <p:spPr>
          <a:xfrm>
            <a:off x="4943061" y="408108"/>
            <a:ext cx="7125250" cy="369332"/>
          </a:xfrm>
          <a:prstGeom prst="rect">
            <a:avLst/>
          </a:prstGeom>
          <a:noFill/>
        </p:spPr>
        <p:txBody>
          <a:bodyPr wrap="square" rtlCol="0">
            <a:spAutoFit/>
          </a:bodyPr>
          <a:lstStyle/>
          <a:p>
            <a:r>
              <a:rPr lang="en-US" i="1"/>
              <a:t>Figure </a:t>
            </a:r>
            <a:r>
              <a:rPr lang="en-US" i="1">
                <a:highlight>
                  <a:srgbClr val="FFFF00"/>
                </a:highlight>
              </a:rPr>
              <a:t>XX</a:t>
            </a:r>
            <a:r>
              <a:rPr lang="en-US" i="1"/>
              <a:t>: Example of analysis of intervention, marginal estimates</a:t>
            </a:r>
          </a:p>
        </p:txBody>
      </p:sp>
      <p:sp>
        <p:nvSpPr>
          <p:cNvPr id="8" name="TextBox 7">
            <a:extLst>
              <a:ext uri="{FF2B5EF4-FFF2-40B4-BE49-F238E27FC236}">
                <a16:creationId xmlns:a16="http://schemas.microsoft.com/office/drawing/2014/main" id="{3B570E95-5A75-4CC3-90B0-135BF8080EEF}"/>
              </a:ext>
            </a:extLst>
          </p:cNvPr>
          <p:cNvSpPr txBox="1"/>
          <p:nvPr/>
        </p:nvSpPr>
        <p:spPr>
          <a:xfrm>
            <a:off x="178904" y="6270391"/>
            <a:ext cx="7125250" cy="276999"/>
          </a:xfrm>
          <a:prstGeom prst="rect">
            <a:avLst/>
          </a:prstGeom>
          <a:noFill/>
        </p:spPr>
        <p:txBody>
          <a:bodyPr wrap="square" rtlCol="0">
            <a:spAutoFit/>
          </a:bodyPr>
          <a:lstStyle/>
          <a:p>
            <a:r>
              <a:rPr lang="en-US" sz="1200"/>
              <a:t>(Smith, 2022)</a:t>
            </a:r>
          </a:p>
        </p:txBody>
      </p:sp>
    </p:spTree>
    <p:extLst>
      <p:ext uri="{BB962C8B-B14F-4D97-AF65-F5344CB8AC3E}">
        <p14:creationId xmlns:p14="http://schemas.microsoft.com/office/powerpoint/2010/main" val="18213243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a:latin typeface="Franklin Gothic Demi" panose="020B0703020102020204" pitchFamily="34" charset="0"/>
              </a:rPr>
              <a:t>Introduction</a:t>
            </a:r>
          </a:p>
        </p:txBody>
      </p:sp>
      <p:sp>
        <p:nvSpPr>
          <p:cNvPr id="3" name="Content Placeholder 2"/>
          <p:cNvSpPr>
            <a:spLocks noGrp="1"/>
          </p:cNvSpPr>
          <p:nvPr>
            <p:ph idx="1"/>
          </p:nvPr>
        </p:nvSpPr>
        <p:spPr/>
        <p:txBody>
          <a:bodyPr/>
          <a:lstStyle/>
          <a:p>
            <a:pPr marL="0" indent="0">
              <a:buNone/>
            </a:pPr>
            <a:r>
              <a:t>Healthcare cost modeling matters:</a:t>
            </a:r>
          </a:p>
          <a:p>
            <a:pPr>
              <a:buFont typeface="Arial" panose="020B0604020202020204" pitchFamily="34" charset="0"/>
              <a:buChar char="•"/>
            </a:pPr>
            <a:r>
              <a:t>Policy </a:t>
            </a:r>
            <a:r>
              <a:rPr lang="en-US"/>
              <a:t>decisions regarding allocation and evaluation of interventions rely on accurate, reliable determinations about the costs of medical care and expenditures</a:t>
            </a:r>
            <a:endParaRPr/>
          </a:p>
          <a:p>
            <a:pPr>
              <a:buFont typeface="Arial" panose="020B0604020202020204" pitchFamily="34" charset="0"/>
              <a:buChar char="•"/>
            </a:pPr>
            <a:r>
              <a:rPr lang="en-US"/>
              <a:t>Ubiquitous modeling c</a:t>
            </a:r>
            <a:r>
              <a:t>hallenges: skewness, </a:t>
            </a:r>
            <a:r>
              <a:rPr lang="en-US"/>
              <a:t>mass at </a:t>
            </a:r>
            <a:r>
              <a:t>zero, heteroskedasticity</a:t>
            </a:r>
            <a:r>
              <a:rPr lang="en-US"/>
              <a:t> -&gt; no unified approach, rather a surplus of methods and recommendations</a:t>
            </a:r>
          </a:p>
          <a:p>
            <a:pPr>
              <a:buFont typeface="Arial" panose="020B0604020202020204" pitchFamily="34" charset="0"/>
              <a:buChar char="•"/>
            </a:pPr>
            <a:endParaRPr lang="en-US"/>
          </a:p>
          <a:p>
            <a:pPr>
              <a:buFont typeface="Arial" panose="020B0604020202020204" pitchFamily="34" charset="0"/>
              <a:buChar char="•"/>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0936" y="639520"/>
            <a:ext cx="3429000" cy="1719072"/>
          </a:xfrm>
        </p:spPr>
        <p:txBody>
          <a:bodyPr anchor="b">
            <a:normAutofit fontScale="90000"/>
          </a:bodyPr>
          <a:lstStyle/>
          <a:p>
            <a:pPr>
              <a:lnSpc>
                <a:spcPct val="90000"/>
              </a:lnSpc>
            </a:pPr>
            <a:r>
              <a:rPr lang="en-US" sz="3800">
                <a:latin typeface="Franklin Gothic Demi" panose="020B0703020102020204" pitchFamily="34" charset="0"/>
              </a:rPr>
              <a:t>Healthcare Expenditure Modeling Challenges</a:t>
            </a:r>
          </a:p>
        </p:txBody>
      </p:sp>
      <p:sp>
        <p:nvSpPr>
          <p:cNvPr id="8"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30936" y="2807208"/>
            <a:ext cx="3429000" cy="3410712"/>
          </a:xfrm>
        </p:spPr>
        <p:txBody>
          <a:bodyPr anchor="t">
            <a:normAutofit/>
          </a:bodyPr>
          <a:lstStyle/>
          <a:p>
            <a:pPr marL="0" indent="0">
              <a:buNone/>
            </a:pPr>
            <a:r>
              <a:rPr lang="en-US" sz="2200"/>
              <a:t>Characteristics:</a:t>
            </a:r>
          </a:p>
          <a:p>
            <a:r>
              <a:rPr lang="en-US" sz="2200" b="1"/>
              <a:t>Mass at zero</a:t>
            </a:r>
          </a:p>
          <a:p>
            <a:r>
              <a:rPr lang="en-US" sz="2200">
                <a:solidFill>
                  <a:schemeClr val="bg1">
                    <a:lumMod val="65000"/>
                  </a:schemeClr>
                </a:solidFill>
              </a:rPr>
              <a:t>Heavy right-skew</a:t>
            </a:r>
          </a:p>
          <a:p>
            <a:r>
              <a:rPr lang="en-US" sz="2200">
                <a:solidFill>
                  <a:schemeClr val="bg1">
                    <a:lumMod val="65000"/>
                  </a:schemeClr>
                </a:solidFill>
              </a:rPr>
              <a:t>High variance</a:t>
            </a:r>
          </a:p>
        </p:txBody>
      </p:sp>
      <p:sp>
        <p:nvSpPr>
          <p:cNvPr id="4" name="Rectangle 3">
            <a:extLst>
              <a:ext uri="{FF2B5EF4-FFF2-40B4-BE49-F238E27FC236}">
                <a16:creationId xmlns:a16="http://schemas.microsoft.com/office/drawing/2014/main" id="{4EEE6D09-7FFE-4638-8EC4-A07DDF3F7E8B}"/>
              </a:ext>
            </a:extLst>
          </p:cNvPr>
          <p:cNvSpPr/>
          <p:nvPr/>
        </p:nvSpPr>
        <p:spPr>
          <a:xfrm>
            <a:off x="10018643" y="4505739"/>
            <a:ext cx="1542421" cy="490331"/>
          </a:xfrm>
          <a:prstGeom prst="rect">
            <a:avLst/>
          </a:prstGeom>
          <a:solidFill>
            <a:schemeClr val="bg1"/>
          </a:solidFill>
          <a:ln>
            <a:solidFill>
              <a:schemeClr val="bg1">
                <a:alpha val="99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073BF852-A251-4DA4-82A3-1F984C557AE4}"/>
              </a:ext>
            </a:extLst>
          </p:cNvPr>
          <p:cNvPicPr>
            <a:picLocks noChangeAspect="1"/>
          </p:cNvPicPr>
          <p:nvPr/>
        </p:nvPicPr>
        <p:blipFill>
          <a:blip r:embed="rId3"/>
          <a:stretch>
            <a:fillRect/>
          </a:stretch>
        </p:blipFill>
        <p:spPr>
          <a:xfrm>
            <a:off x="4240037" y="1136041"/>
            <a:ext cx="7771862" cy="4317702"/>
          </a:xfrm>
          <a:prstGeom prst="rect">
            <a:avLst/>
          </a:prstGeom>
          <a:ln w="12700">
            <a:solidFill>
              <a:schemeClr val="tx1"/>
            </a:solidFill>
          </a:ln>
        </p:spPr>
      </p:pic>
      <p:sp>
        <p:nvSpPr>
          <p:cNvPr id="11" name="TextBox 10">
            <a:extLst>
              <a:ext uri="{FF2B5EF4-FFF2-40B4-BE49-F238E27FC236}">
                <a16:creationId xmlns:a16="http://schemas.microsoft.com/office/drawing/2014/main" id="{18F17B3D-30E0-4170-AEC9-D75A18A3BDA9}"/>
              </a:ext>
            </a:extLst>
          </p:cNvPr>
          <p:cNvSpPr txBox="1"/>
          <p:nvPr/>
        </p:nvSpPr>
        <p:spPr>
          <a:xfrm>
            <a:off x="4211113" y="828264"/>
            <a:ext cx="6250057" cy="307777"/>
          </a:xfrm>
          <a:prstGeom prst="rect">
            <a:avLst/>
          </a:prstGeom>
          <a:noFill/>
        </p:spPr>
        <p:txBody>
          <a:bodyPr wrap="square" rtlCol="0">
            <a:spAutoFit/>
          </a:bodyPr>
          <a:lstStyle/>
          <a:p>
            <a:r>
              <a:rPr lang="en-US" sz="1400" i="1"/>
              <a:t>Figure 1: Empirical data, split between zeros and nonzeros</a:t>
            </a:r>
          </a:p>
        </p:txBody>
      </p:sp>
    </p:spTree>
    <p:extLst>
      <p:ext uri="{BB962C8B-B14F-4D97-AF65-F5344CB8AC3E}">
        <p14:creationId xmlns:p14="http://schemas.microsoft.com/office/powerpoint/2010/main" val="10566037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6A70DCC-7581-A542-D404-FCDF9B67C12C}"/>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2591BD62-D4F4-9AE0-7C91-7A8F9884FF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4A5DCBB-226D-DC2A-81F0-701CCEF4EA9C}"/>
              </a:ext>
            </a:extLst>
          </p:cNvPr>
          <p:cNvSpPr>
            <a:spLocks noGrp="1"/>
          </p:cNvSpPr>
          <p:nvPr>
            <p:ph type="title"/>
          </p:nvPr>
        </p:nvSpPr>
        <p:spPr>
          <a:xfrm>
            <a:off x="630936" y="639520"/>
            <a:ext cx="3429000" cy="1719072"/>
          </a:xfrm>
        </p:spPr>
        <p:txBody>
          <a:bodyPr anchor="b">
            <a:normAutofit/>
          </a:bodyPr>
          <a:lstStyle/>
          <a:p>
            <a:pPr>
              <a:lnSpc>
                <a:spcPct val="90000"/>
              </a:lnSpc>
            </a:pPr>
            <a:r>
              <a:rPr lang="en-US" sz="3800">
                <a:latin typeface="Franklin Gothic Demi" panose="020B0703020102020204" pitchFamily="34" charset="0"/>
              </a:rPr>
              <a:t>Healthcare Expenditure Challenges</a:t>
            </a:r>
          </a:p>
        </p:txBody>
      </p:sp>
      <p:sp>
        <p:nvSpPr>
          <p:cNvPr id="8" name="sketch line">
            <a:extLst>
              <a:ext uri="{FF2B5EF4-FFF2-40B4-BE49-F238E27FC236}">
                <a16:creationId xmlns:a16="http://schemas.microsoft.com/office/drawing/2014/main" id="{0C8C5294-773F-28AC-99F7-8A258FC72B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CE0ED12-CDD0-1826-35FB-CF60874E9575}"/>
              </a:ext>
            </a:extLst>
          </p:cNvPr>
          <p:cNvSpPr>
            <a:spLocks noGrp="1"/>
          </p:cNvSpPr>
          <p:nvPr>
            <p:ph idx="1"/>
          </p:nvPr>
        </p:nvSpPr>
        <p:spPr>
          <a:xfrm>
            <a:off x="630936" y="2807208"/>
            <a:ext cx="3429000" cy="2218546"/>
          </a:xfrm>
        </p:spPr>
        <p:txBody>
          <a:bodyPr anchor="t">
            <a:normAutofit/>
          </a:bodyPr>
          <a:lstStyle/>
          <a:p>
            <a:pPr marL="0" indent="0">
              <a:buNone/>
            </a:pPr>
            <a:r>
              <a:rPr lang="en-US" sz="2200"/>
              <a:t>Characteristics:</a:t>
            </a:r>
          </a:p>
          <a:p>
            <a:r>
              <a:rPr lang="en-US" sz="2200">
                <a:solidFill>
                  <a:schemeClr val="bg1">
                    <a:lumMod val="65000"/>
                  </a:schemeClr>
                </a:solidFill>
              </a:rPr>
              <a:t>Mass at zero</a:t>
            </a:r>
          </a:p>
          <a:p>
            <a:r>
              <a:rPr lang="en-US" sz="2200" b="1"/>
              <a:t>Heavy right-skew</a:t>
            </a:r>
          </a:p>
          <a:p>
            <a:r>
              <a:rPr lang="en-US" sz="2200">
                <a:solidFill>
                  <a:schemeClr val="bg1">
                    <a:lumMod val="65000"/>
                  </a:schemeClr>
                </a:solidFill>
              </a:rPr>
              <a:t>High variance</a:t>
            </a:r>
          </a:p>
        </p:txBody>
      </p:sp>
      <p:pic>
        <p:nvPicPr>
          <p:cNvPr id="5" name="Picture 4" descr="A graph with a line and a graph&#10;&#10;AI-generated content may be incorrect.">
            <a:extLst>
              <a:ext uri="{FF2B5EF4-FFF2-40B4-BE49-F238E27FC236}">
                <a16:creationId xmlns:a16="http://schemas.microsoft.com/office/drawing/2014/main" id="{BC69217E-B9A1-EC90-4A68-CA55DA72F814}"/>
              </a:ext>
            </a:extLst>
          </p:cNvPr>
          <p:cNvPicPr>
            <a:picLocks noChangeAspect="1"/>
          </p:cNvPicPr>
          <p:nvPr/>
        </p:nvPicPr>
        <p:blipFill>
          <a:blip r:embed="rId3"/>
          <a:stretch>
            <a:fillRect/>
          </a:stretch>
        </p:blipFill>
        <p:spPr>
          <a:xfrm>
            <a:off x="4253806" y="657808"/>
            <a:ext cx="7756520" cy="5318922"/>
          </a:xfrm>
          <a:prstGeom prst="rect">
            <a:avLst/>
          </a:prstGeom>
          <a:ln w="12700">
            <a:solidFill>
              <a:schemeClr val="tx1"/>
            </a:solidFill>
          </a:ln>
        </p:spPr>
      </p:pic>
      <p:sp>
        <p:nvSpPr>
          <p:cNvPr id="6" name="TextBox 5">
            <a:extLst>
              <a:ext uri="{FF2B5EF4-FFF2-40B4-BE49-F238E27FC236}">
                <a16:creationId xmlns:a16="http://schemas.microsoft.com/office/drawing/2014/main" id="{D6A28261-EF1D-EA35-C850-2C6475085D62}"/>
              </a:ext>
            </a:extLst>
          </p:cNvPr>
          <p:cNvSpPr txBox="1"/>
          <p:nvPr/>
        </p:nvSpPr>
        <p:spPr>
          <a:xfrm>
            <a:off x="291548" y="6217920"/>
            <a:ext cx="11718778" cy="430887"/>
          </a:xfrm>
          <a:prstGeom prst="rect">
            <a:avLst/>
          </a:prstGeom>
          <a:noFill/>
        </p:spPr>
        <p:txBody>
          <a:bodyPr wrap="square" rtlCol="0">
            <a:spAutoFit/>
          </a:bodyPr>
          <a:lstStyle/>
          <a:p>
            <a:r>
              <a:rPr lang="en-US" sz="1100"/>
              <a:t>Image from: </a:t>
            </a:r>
            <a:r>
              <a:rPr lang="en-US" sz="1100" err="1"/>
              <a:t>Osawa</a:t>
            </a:r>
            <a:r>
              <a:rPr lang="en-US" sz="1100"/>
              <a:t>, I., </a:t>
            </a:r>
            <a:r>
              <a:rPr lang="en-US" sz="1100" err="1"/>
              <a:t>Goto</a:t>
            </a:r>
            <a:r>
              <a:rPr lang="en-US" sz="1100"/>
              <a:t>, T., Yamamoto, Y., &amp; </a:t>
            </a:r>
            <a:r>
              <a:rPr lang="en-US" sz="1100" err="1"/>
              <a:t>Tsugawa</a:t>
            </a:r>
            <a:r>
              <a:rPr lang="en-US" sz="1100"/>
              <a:t>, Y. (2020). Machine-learning-based prediction models for high-need high-cost patients using nationwide clinical and claims data. </a:t>
            </a:r>
            <a:r>
              <a:rPr lang="en-US" sz="1100" i="1"/>
              <a:t>NPJ digital medicine</a:t>
            </a:r>
            <a:r>
              <a:rPr lang="en-US" sz="1100"/>
              <a:t>,</a:t>
            </a:r>
            <a:r>
              <a:rPr lang="en-US" sz="1100" i="1"/>
              <a:t> 3(1)</a:t>
            </a:r>
            <a:r>
              <a:rPr lang="en-US" sz="1100"/>
              <a:t>, 148. https://doi.org/10.1038/s41746-020-00354-8 </a:t>
            </a:r>
          </a:p>
        </p:txBody>
      </p:sp>
    </p:spTree>
    <p:extLst>
      <p:ext uri="{BB962C8B-B14F-4D97-AF65-F5344CB8AC3E}">
        <p14:creationId xmlns:p14="http://schemas.microsoft.com/office/powerpoint/2010/main" val="19153045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6A70DCC-7581-A542-D404-FCDF9B67C12C}"/>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2591BD62-D4F4-9AE0-7C91-7A8F9884FF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4A5DCBB-226D-DC2A-81F0-701CCEF4EA9C}"/>
              </a:ext>
            </a:extLst>
          </p:cNvPr>
          <p:cNvSpPr>
            <a:spLocks noGrp="1"/>
          </p:cNvSpPr>
          <p:nvPr>
            <p:ph type="title"/>
          </p:nvPr>
        </p:nvSpPr>
        <p:spPr>
          <a:xfrm>
            <a:off x="630936" y="639520"/>
            <a:ext cx="3429000" cy="1719072"/>
          </a:xfrm>
        </p:spPr>
        <p:txBody>
          <a:bodyPr anchor="b">
            <a:normAutofit fontScale="90000"/>
          </a:bodyPr>
          <a:lstStyle/>
          <a:p>
            <a:pPr>
              <a:lnSpc>
                <a:spcPct val="90000"/>
              </a:lnSpc>
            </a:pPr>
            <a:r>
              <a:rPr lang="en-US" sz="3800">
                <a:latin typeface="Franklin Gothic Demi" panose="020B0703020102020204" pitchFamily="34" charset="0"/>
              </a:rPr>
              <a:t>Healthcare Expenditure Modeling Challenges</a:t>
            </a:r>
          </a:p>
        </p:txBody>
      </p:sp>
      <p:sp>
        <p:nvSpPr>
          <p:cNvPr id="8" name="sketch line">
            <a:extLst>
              <a:ext uri="{FF2B5EF4-FFF2-40B4-BE49-F238E27FC236}">
                <a16:creationId xmlns:a16="http://schemas.microsoft.com/office/drawing/2014/main" id="{0C8C5294-773F-28AC-99F7-8A258FC72B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CE0ED12-CDD0-1826-35FB-CF60874E9575}"/>
              </a:ext>
            </a:extLst>
          </p:cNvPr>
          <p:cNvSpPr>
            <a:spLocks noGrp="1"/>
          </p:cNvSpPr>
          <p:nvPr>
            <p:ph idx="1"/>
          </p:nvPr>
        </p:nvSpPr>
        <p:spPr>
          <a:xfrm>
            <a:off x="630936" y="2807208"/>
            <a:ext cx="3429000" cy="2218546"/>
          </a:xfrm>
        </p:spPr>
        <p:txBody>
          <a:bodyPr anchor="t">
            <a:normAutofit/>
          </a:bodyPr>
          <a:lstStyle/>
          <a:p>
            <a:pPr marL="0" indent="0">
              <a:buNone/>
            </a:pPr>
            <a:r>
              <a:rPr lang="en-US" sz="2200"/>
              <a:t>Characteristics:</a:t>
            </a:r>
          </a:p>
          <a:p>
            <a:r>
              <a:rPr lang="en-US" sz="2200">
                <a:solidFill>
                  <a:schemeClr val="bg1">
                    <a:lumMod val="65000"/>
                  </a:schemeClr>
                </a:solidFill>
              </a:rPr>
              <a:t>Mass at zero</a:t>
            </a:r>
          </a:p>
          <a:p>
            <a:r>
              <a:rPr lang="en-US" sz="2200" b="1"/>
              <a:t>Heavy right-skew</a:t>
            </a:r>
          </a:p>
          <a:p>
            <a:r>
              <a:rPr lang="en-US" sz="2200">
                <a:solidFill>
                  <a:schemeClr val="bg1">
                    <a:lumMod val="65000"/>
                  </a:schemeClr>
                </a:solidFill>
              </a:rPr>
              <a:t>High variance</a:t>
            </a:r>
          </a:p>
        </p:txBody>
      </p:sp>
      <p:pic>
        <p:nvPicPr>
          <p:cNvPr id="4" name="Picture 3" descr="A graph of a number of patients&#10;&#10;AI-generated content may be incorrect.">
            <a:extLst>
              <a:ext uri="{FF2B5EF4-FFF2-40B4-BE49-F238E27FC236}">
                <a16:creationId xmlns:a16="http://schemas.microsoft.com/office/drawing/2014/main" id="{C731D0BB-A423-7013-B8A8-7F2F5C60D87F}"/>
              </a:ext>
            </a:extLst>
          </p:cNvPr>
          <p:cNvPicPr>
            <a:picLocks noChangeAspect="1"/>
          </p:cNvPicPr>
          <p:nvPr/>
        </p:nvPicPr>
        <p:blipFill>
          <a:blip r:embed="rId3"/>
          <a:stretch>
            <a:fillRect/>
          </a:stretch>
        </p:blipFill>
        <p:spPr>
          <a:xfrm>
            <a:off x="4112925" y="887510"/>
            <a:ext cx="7864522" cy="5082980"/>
          </a:xfrm>
          <a:prstGeom prst="rect">
            <a:avLst/>
          </a:prstGeom>
        </p:spPr>
      </p:pic>
      <p:sp>
        <p:nvSpPr>
          <p:cNvPr id="5" name="TextBox 4">
            <a:extLst>
              <a:ext uri="{FF2B5EF4-FFF2-40B4-BE49-F238E27FC236}">
                <a16:creationId xmlns:a16="http://schemas.microsoft.com/office/drawing/2014/main" id="{4A248289-9758-183F-73D1-1630D8CF1A1C}"/>
              </a:ext>
            </a:extLst>
          </p:cNvPr>
          <p:cNvSpPr txBox="1"/>
          <p:nvPr/>
        </p:nvSpPr>
        <p:spPr>
          <a:xfrm>
            <a:off x="4539796" y="639520"/>
            <a:ext cx="6250057" cy="307777"/>
          </a:xfrm>
          <a:prstGeom prst="rect">
            <a:avLst/>
          </a:prstGeom>
          <a:noFill/>
        </p:spPr>
        <p:txBody>
          <a:bodyPr wrap="square" rtlCol="0">
            <a:spAutoFit/>
          </a:bodyPr>
          <a:lstStyle/>
          <a:p>
            <a:r>
              <a:rPr lang="en-US" sz="1400" i="1"/>
              <a:t>Figure 2: Truncated Histogram</a:t>
            </a:r>
          </a:p>
        </p:txBody>
      </p:sp>
    </p:spTree>
    <p:extLst>
      <p:ext uri="{BB962C8B-B14F-4D97-AF65-F5344CB8AC3E}">
        <p14:creationId xmlns:p14="http://schemas.microsoft.com/office/powerpoint/2010/main" val="39910179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E6A70DCC-7581-A542-D404-FCDF9B67C12C}"/>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2591BD62-D4F4-9AE0-7C91-7A8F9884FF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4A5DCBB-226D-DC2A-81F0-701CCEF4EA9C}"/>
              </a:ext>
            </a:extLst>
          </p:cNvPr>
          <p:cNvSpPr>
            <a:spLocks noGrp="1"/>
          </p:cNvSpPr>
          <p:nvPr>
            <p:ph type="title"/>
          </p:nvPr>
        </p:nvSpPr>
        <p:spPr>
          <a:xfrm>
            <a:off x="630936" y="639520"/>
            <a:ext cx="3429000" cy="1719072"/>
          </a:xfrm>
        </p:spPr>
        <p:txBody>
          <a:bodyPr anchor="b">
            <a:normAutofit/>
          </a:bodyPr>
          <a:lstStyle/>
          <a:p>
            <a:pPr>
              <a:lnSpc>
                <a:spcPct val="90000"/>
              </a:lnSpc>
            </a:pPr>
            <a:r>
              <a:rPr lang="en-US" sz="3800">
                <a:latin typeface="Franklin Gothic Demi" panose="020B0703020102020204" pitchFamily="34" charset="0"/>
              </a:rPr>
              <a:t>Healthcare Expenditure Challenges</a:t>
            </a:r>
          </a:p>
        </p:txBody>
      </p:sp>
      <p:sp>
        <p:nvSpPr>
          <p:cNvPr id="8" name="sketch line">
            <a:extLst>
              <a:ext uri="{FF2B5EF4-FFF2-40B4-BE49-F238E27FC236}">
                <a16:creationId xmlns:a16="http://schemas.microsoft.com/office/drawing/2014/main" id="{0C8C5294-773F-28AC-99F7-8A258FC72B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CE0ED12-CDD0-1826-35FB-CF60874E9575}"/>
              </a:ext>
            </a:extLst>
          </p:cNvPr>
          <p:cNvSpPr>
            <a:spLocks noGrp="1"/>
          </p:cNvSpPr>
          <p:nvPr>
            <p:ph idx="1"/>
          </p:nvPr>
        </p:nvSpPr>
        <p:spPr>
          <a:xfrm>
            <a:off x="630936" y="2807208"/>
            <a:ext cx="3429000" cy="2218546"/>
          </a:xfrm>
        </p:spPr>
        <p:txBody>
          <a:bodyPr anchor="t">
            <a:normAutofit/>
          </a:bodyPr>
          <a:lstStyle/>
          <a:p>
            <a:pPr marL="0" indent="0">
              <a:buNone/>
            </a:pPr>
            <a:r>
              <a:rPr lang="en-US" sz="2200"/>
              <a:t>Characteristics:</a:t>
            </a:r>
          </a:p>
          <a:p>
            <a:r>
              <a:rPr lang="en-US" sz="2200">
                <a:solidFill>
                  <a:schemeClr val="bg1">
                    <a:lumMod val="65000"/>
                  </a:schemeClr>
                </a:solidFill>
              </a:rPr>
              <a:t>Mass at zero</a:t>
            </a:r>
          </a:p>
          <a:p>
            <a:r>
              <a:rPr lang="en-US" sz="2200" b="1"/>
              <a:t>Heavy right-skew</a:t>
            </a:r>
          </a:p>
          <a:p>
            <a:r>
              <a:rPr lang="en-US" sz="2200">
                <a:solidFill>
                  <a:schemeClr val="bg1">
                    <a:lumMod val="65000"/>
                  </a:schemeClr>
                </a:solidFill>
              </a:rPr>
              <a:t>High variance</a:t>
            </a:r>
          </a:p>
        </p:txBody>
      </p:sp>
      <p:sp>
        <p:nvSpPr>
          <p:cNvPr id="9" name="TextBox 8">
            <a:extLst>
              <a:ext uri="{FF2B5EF4-FFF2-40B4-BE49-F238E27FC236}">
                <a16:creationId xmlns:a16="http://schemas.microsoft.com/office/drawing/2014/main" id="{1698A83F-C2E4-4DF4-A5BF-9CF970E9564B}"/>
              </a:ext>
            </a:extLst>
          </p:cNvPr>
          <p:cNvSpPr txBox="1"/>
          <p:nvPr/>
        </p:nvSpPr>
        <p:spPr>
          <a:xfrm>
            <a:off x="4951497" y="335845"/>
            <a:ext cx="6684263" cy="6186309"/>
          </a:xfrm>
          <a:prstGeom prst="rect">
            <a:avLst/>
          </a:prstGeom>
          <a:noFill/>
        </p:spPr>
        <p:txBody>
          <a:bodyPr wrap="square" rtlCol="0">
            <a:spAutoFit/>
          </a:bodyPr>
          <a:lstStyle/>
          <a:p>
            <a:pPr marL="285750" indent="-285750">
              <a:buFont typeface="Arial" panose="020B0604020202020204" pitchFamily="34" charset="0"/>
              <a:buChar char="•"/>
            </a:pPr>
            <a:r>
              <a:rPr lang="en-US" sz="2200"/>
              <a:t>Mullahy (2024): healthcare spending for US civilian, noninstitutionalized population surpassed $2 trillion</a:t>
            </a:r>
          </a:p>
          <a:p>
            <a:pPr marL="742950" lvl="1" indent="-285750">
              <a:buFont typeface="Arial" panose="020B0604020202020204" pitchFamily="34" charset="0"/>
              <a:buChar char="•"/>
            </a:pPr>
            <a:r>
              <a:rPr lang="en-US" sz="2200"/>
              <a:t>14% of the population had no expenditures at all</a:t>
            </a:r>
          </a:p>
          <a:p>
            <a:pPr marL="742950" lvl="1" indent="-285750">
              <a:buFont typeface="Arial" panose="020B0604020202020204" pitchFamily="34" charset="0"/>
              <a:buChar char="•"/>
            </a:pPr>
            <a:r>
              <a:rPr lang="en-US" sz="2200"/>
              <a:t>5% accounted for nearly 50% of all healthcare spending</a:t>
            </a:r>
          </a:p>
          <a:p>
            <a:pPr marL="742950" lvl="1" indent="-285750">
              <a:buFont typeface="Arial" panose="020B0604020202020204" pitchFamily="34" charset="0"/>
              <a:buChar char="•"/>
            </a:pPr>
            <a:endParaRPr lang="en-US" sz="2200"/>
          </a:p>
          <a:p>
            <a:pPr marL="285750" indent="-285750">
              <a:buFont typeface="Arial" panose="020B0604020202020204" pitchFamily="34" charset="0"/>
              <a:buChar char="•"/>
            </a:pPr>
            <a:r>
              <a:rPr lang="en-US" sz="2200"/>
              <a:t>Holle et al. (2021) study spanning 17 years:</a:t>
            </a:r>
          </a:p>
          <a:p>
            <a:pPr marL="742950" lvl="1" indent="-285750">
              <a:buFont typeface="Arial" panose="020B0604020202020204" pitchFamily="34" charset="0"/>
              <a:buChar char="•"/>
            </a:pPr>
            <a:r>
              <a:rPr lang="en-US" sz="2200"/>
              <a:t>50% of annual health care expenditures consistently attributed to 4.2-4.8% of the U.S. population.</a:t>
            </a:r>
          </a:p>
          <a:p>
            <a:pPr marL="742950" lvl="1" indent="-285750">
              <a:buFont typeface="Arial" panose="020B0604020202020204" pitchFamily="34" charset="0"/>
              <a:buChar char="•"/>
            </a:pPr>
            <a:r>
              <a:rPr lang="en-US" sz="2200"/>
              <a:t>Nonspenders stayed consistently around 20%</a:t>
            </a:r>
          </a:p>
          <a:p>
            <a:pPr marL="742950" lvl="1" indent="-285750">
              <a:buFont typeface="Arial" panose="020B0604020202020204" pitchFamily="34" charset="0"/>
              <a:buChar char="•"/>
            </a:pPr>
            <a:endParaRPr lang="en-US" sz="2200"/>
          </a:p>
          <a:p>
            <a:pPr marL="285750" indent="-285750">
              <a:buFont typeface="Arial" panose="020B0604020202020204" pitchFamily="34" charset="0"/>
              <a:buChar char="•"/>
            </a:pPr>
            <a:r>
              <a:rPr lang="en-US" sz="2200" err="1"/>
              <a:t>Wodchis</a:t>
            </a:r>
            <a:r>
              <a:rPr lang="en-US" sz="2200"/>
              <a:t> et al. (2016) 3-yr study of high-cost users:</a:t>
            </a:r>
          </a:p>
          <a:p>
            <a:pPr marL="742950" lvl="1" indent="-285750">
              <a:buFont typeface="Arial" panose="020B0604020202020204" pitchFamily="34" charset="0"/>
              <a:buChar char="•"/>
            </a:pPr>
            <a:r>
              <a:rPr lang="en-US" sz="2200"/>
              <a:t>1/3 of high-cost users (individuals with 5% of costs) in 2009 </a:t>
            </a:r>
            <a:r>
              <a:rPr lang="en-US" sz="2200" i="1"/>
              <a:t>remained in this category for the two years following</a:t>
            </a:r>
            <a:r>
              <a:rPr lang="en-US" sz="2200"/>
              <a:t>.</a:t>
            </a:r>
          </a:p>
          <a:p>
            <a:pPr marL="285750" indent="-285750">
              <a:buFont typeface="Arial" panose="020B0604020202020204" pitchFamily="34" charset="0"/>
              <a:buChar char="•"/>
            </a:pPr>
            <a:endParaRPr lang="en-US" sz="2200"/>
          </a:p>
          <a:p>
            <a:pPr marL="285750" indent="-285750">
              <a:buFont typeface="Arial" panose="020B0604020202020204" pitchFamily="34" charset="0"/>
              <a:buChar char="•"/>
            </a:pPr>
            <a:r>
              <a:rPr lang="en-US" sz="2200"/>
              <a:t>Global issue</a:t>
            </a:r>
          </a:p>
        </p:txBody>
      </p:sp>
    </p:spTree>
    <p:extLst>
      <p:ext uri="{BB962C8B-B14F-4D97-AF65-F5344CB8AC3E}">
        <p14:creationId xmlns:p14="http://schemas.microsoft.com/office/powerpoint/2010/main" val="9779600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a:latin typeface="Franklin Gothic Demi" panose="020B0703020102020204" pitchFamily="34" charset="0"/>
              </a:rPr>
              <a:t>A Note on Extreme Values</a:t>
            </a:r>
            <a:endParaRPr>
              <a:latin typeface="Franklin Gothic Demi" panose="020B0703020102020204" pitchFamily="34" charset="0"/>
            </a:endParaRPr>
          </a:p>
        </p:txBody>
      </p:sp>
      <p:sp>
        <p:nvSpPr>
          <p:cNvPr id="3" name="Content Placeholder 2"/>
          <p:cNvSpPr>
            <a:spLocks noGrp="1"/>
          </p:cNvSpPr>
          <p:nvPr>
            <p:ph idx="1"/>
          </p:nvPr>
        </p:nvSpPr>
        <p:spPr>
          <a:xfrm>
            <a:off x="609600" y="1600202"/>
            <a:ext cx="10972800" cy="4615068"/>
          </a:xfrm>
        </p:spPr>
        <p:txBody>
          <a:bodyPr>
            <a:normAutofit/>
          </a:bodyPr>
          <a:lstStyle/>
          <a:p>
            <a:r>
              <a:rPr lang="en-US" sz="3600"/>
              <a:t>Neither classical outliers nor measurement errors</a:t>
            </a:r>
          </a:p>
          <a:p>
            <a:r>
              <a:rPr lang="en-US" sz="3600"/>
              <a:t>Represent real users</a:t>
            </a:r>
          </a:p>
          <a:p>
            <a:r>
              <a:rPr lang="en-US" sz="3600"/>
              <a:t>Simple (though common) methods to handle such as removal/trimming will affect the reliability of the inferences drawn in the study</a:t>
            </a:r>
          </a:p>
          <a:p>
            <a:r>
              <a:rPr lang="en-US" sz="3600"/>
              <a:t>May/may not be </a:t>
            </a:r>
            <a:r>
              <a:rPr lang="en-US" sz="3600" i="1"/>
              <a:t>influential</a:t>
            </a:r>
          </a:p>
        </p:txBody>
      </p:sp>
    </p:spTree>
    <p:extLst>
      <p:ext uri="{BB962C8B-B14F-4D97-AF65-F5344CB8AC3E}">
        <p14:creationId xmlns:p14="http://schemas.microsoft.com/office/powerpoint/2010/main" val="28984476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a:latin typeface="Franklin Gothic Demi" panose="020B0703020102020204" pitchFamily="34" charset="0"/>
              </a:rPr>
              <a:t>Heavy Skew: Scope of the Problem</a:t>
            </a:r>
            <a:endParaRPr>
              <a:latin typeface="Franklin Gothic Demi" panose="020B0703020102020204" pitchFamily="34" charset="0"/>
            </a:endParaRPr>
          </a:p>
        </p:txBody>
      </p:sp>
      <p:sp>
        <p:nvSpPr>
          <p:cNvPr id="3" name="Content Placeholder 2"/>
          <p:cNvSpPr>
            <a:spLocks noGrp="1"/>
          </p:cNvSpPr>
          <p:nvPr>
            <p:ph idx="1"/>
          </p:nvPr>
        </p:nvSpPr>
        <p:spPr>
          <a:xfrm>
            <a:off x="609600" y="1600202"/>
            <a:ext cx="10972800" cy="4615068"/>
          </a:xfrm>
        </p:spPr>
        <p:txBody>
          <a:bodyPr>
            <a:normAutofit fontScale="77500" lnSpcReduction="20000"/>
          </a:bodyPr>
          <a:lstStyle/>
          <a:p>
            <a:r>
              <a:rPr lang="en-US" sz="3600"/>
              <a:t>“Choosing an appropriate method for regression analyses of cost data is problematic because it must focus on population means while taking into account the typically skewed distribution of the data.” (Barber &amp; Thompson, 2004)</a:t>
            </a:r>
          </a:p>
          <a:p>
            <a:r>
              <a:rPr lang="en-US" sz="3600"/>
              <a:t>“The validity of the inferences drawn in virtually every archival accounting research study has the potential to be affected by how influential observations are identified and treated.” (Leone et al., 2019)</a:t>
            </a:r>
          </a:p>
          <a:p>
            <a:r>
              <a:rPr lang="en-US" sz="3600"/>
              <a:t>“When researchers ignore abnormal observations, especially with respect to dependent variables, their empirical results can be misleading. Unfortunately, the fact remains underappreciated in studies of political science…” (Choi, 2022)</a:t>
            </a:r>
          </a:p>
        </p:txBody>
      </p:sp>
    </p:spTree>
    <p:extLst>
      <p:ext uri="{BB962C8B-B14F-4D97-AF65-F5344CB8AC3E}">
        <p14:creationId xmlns:p14="http://schemas.microsoft.com/office/powerpoint/2010/main" val="39469427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6A70DCC-7581-A542-D404-FCDF9B67C12C}"/>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2591BD62-D4F4-9AE0-7C91-7A8F9884FF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4A5DCBB-226D-DC2A-81F0-701CCEF4EA9C}"/>
              </a:ext>
            </a:extLst>
          </p:cNvPr>
          <p:cNvSpPr>
            <a:spLocks noGrp="1"/>
          </p:cNvSpPr>
          <p:nvPr>
            <p:ph type="title"/>
          </p:nvPr>
        </p:nvSpPr>
        <p:spPr>
          <a:xfrm>
            <a:off x="630936" y="639520"/>
            <a:ext cx="3429000" cy="1719072"/>
          </a:xfrm>
        </p:spPr>
        <p:txBody>
          <a:bodyPr anchor="b">
            <a:normAutofit/>
          </a:bodyPr>
          <a:lstStyle/>
          <a:p>
            <a:pPr>
              <a:lnSpc>
                <a:spcPct val="90000"/>
              </a:lnSpc>
            </a:pPr>
            <a:r>
              <a:rPr lang="en-US" sz="3800">
                <a:latin typeface="Franklin Gothic Demi" panose="020B0703020102020204" pitchFamily="34" charset="0"/>
              </a:rPr>
              <a:t>Healthcare Expenditure Challenges</a:t>
            </a:r>
          </a:p>
        </p:txBody>
      </p:sp>
      <p:sp>
        <p:nvSpPr>
          <p:cNvPr id="8" name="sketch line">
            <a:extLst>
              <a:ext uri="{FF2B5EF4-FFF2-40B4-BE49-F238E27FC236}">
                <a16:creationId xmlns:a16="http://schemas.microsoft.com/office/drawing/2014/main" id="{0C8C5294-773F-28AC-99F7-8A258FC72B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CE0ED12-CDD0-1826-35FB-CF60874E9575}"/>
              </a:ext>
            </a:extLst>
          </p:cNvPr>
          <p:cNvSpPr>
            <a:spLocks noGrp="1"/>
          </p:cNvSpPr>
          <p:nvPr>
            <p:ph idx="1"/>
          </p:nvPr>
        </p:nvSpPr>
        <p:spPr>
          <a:xfrm>
            <a:off x="630936" y="2807208"/>
            <a:ext cx="3429000" cy="2218546"/>
          </a:xfrm>
        </p:spPr>
        <p:txBody>
          <a:bodyPr anchor="t">
            <a:normAutofit/>
          </a:bodyPr>
          <a:lstStyle/>
          <a:p>
            <a:pPr marL="0" indent="0">
              <a:buNone/>
            </a:pPr>
            <a:r>
              <a:rPr lang="en-US" sz="2200"/>
              <a:t>Characteristics:</a:t>
            </a:r>
          </a:p>
          <a:p>
            <a:r>
              <a:rPr lang="en-US" sz="2200">
                <a:solidFill>
                  <a:schemeClr val="bg1">
                    <a:lumMod val="65000"/>
                  </a:schemeClr>
                </a:solidFill>
              </a:rPr>
              <a:t>Mass at zero</a:t>
            </a:r>
          </a:p>
          <a:p>
            <a:r>
              <a:rPr lang="en-US" sz="2200" b="1"/>
              <a:t>Heavy right-skew</a:t>
            </a:r>
          </a:p>
          <a:p>
            <a:r>
              <a:rPr lang="en-US" sz="2200">
                <a:solidFill>
                  <a:schemeClr val="bg1">
                    <a:lumMod val="65000"/>
                  </a:schemeClr>
                </a:solidFill>
              </a:rPr>
              <a:t>High variance</a:t>
            </a:r>
          </a:p>
        </p:txBody>
      </p:sp>
      <p:sp>
        <p:nvSpPr>
          <p:cNvPr id="9" name="TextBox 8">
            <a:extLst>
              <a:ext uri="{FF2B5EF4-FFF2-40B4-BE49-F238E27FC236}">
                <a16:creationId xmlns:a16="http://schemas.microsoft.com/office/drawing/2014/main" id="{1698A83F-C2E4-4DF4-A5BF-9CF970E9564B}"/>
              </a:ext>
            </a:extLst>
          </p:cNvPr>
          <p:cNvSpPr txBox="1"/>
          <p:nvPr/>
        </p:nvSpPr>
        <p:spPr>
          <a:xfrm>
            <a:off x="5057514" y="639520"/>
            <a:ext cx="6684263" cy="4893647"/>
          </a:xfrm>
          <a:prstGeom prst="rect">
            <a:avLst/>
          </a:prstGeom>
          <a:noFill/>
        </p:spPr>
        <p:txBody>
          <a:bodyPr wrap="square" rtlCol="0">
            <a:spAutoFit/>
          </a:bodyPr>
          <a:lstStyle/>
          <a:p>
            <a:r>
              <a:rPr lang="en-US" sz="2400" b="1"/>
              <a:t>Single Best Approach May Not Exist</a:t>
            </a:r>
          </a:p>
          <a:p>
            <a:endParaRPr lang="en-US" sz="2400"/>
          </a:p>
          <a:p>
            <a:pPr marL="285750" indent="-285750">
              <a:buFont typeface="Arial" panose="020B0604020202020204" pitchFamily="34" charset="0"/>
              <a:buChar char="•"/>
            </a:pPr>
            <a:r>
              <a:rPr lang="en-US" sz="2400"/>
              <a:t>Single best approach may not exist (Bhattarai, 2013) (Sullivan et al., 2021)(Manning et al., 2005) </a:t>
            </a:r>
          </a:p>
          <a:p>
            <a:pPr marL="285750" indent="-285750">
              <a:buFont typeface="Arial" panose="020B0604020202020204" pitchFamily="34" charset="0"/>
              <a:buChar char="•"/>
            </a:pPr>
            <a:r>
              <a:rPr lang="en-US" sz="2400"/>
              <a:t>Multiple models should be tried (guided by economic theory and underlying distribution of the HCE data)</a:t>
            </a:r>
          </a:p>
          <a:p>
            <a:pPr marL="285750" indent="-285750">
              <a:buFont typeface="Arial" panose="020B0604020202020204" pitchFamily="34" charset="0"/>
              <a:buChar char="•"/>
            </a:pPr>
            <a:r>
              <a:rPr lang="en-US" sz="2400"/>
              <a:t>Leone et al (2019) review of 1833 studies (2006-2014): “There is no universally correct solution when it comes to identifying and treating influential observations … all approaches invariably require judgment and care on researchers’ part”</a:t>
            </a:r>
          </a:p>
        </p:txBody>
      </p:sp>
    </p:spTree>
    <p:extLst>
      <p:ext uri="{BB962C8B-B14F-4D97-AF65-F5344CB8AC3E}">
        <p14:creationId xmlns:p14="http://schemas.microsoft.com/office/powerpoint/2010/main" val="1317383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6A70DCC-7581-A542-D404-FCDF9B67C12C}"/>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2591BD62-D4F4-9AE0-7C91-7A8F9884FF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4A5DCBB-226D-DC2A-81F0-701CCEF4EA9C}"/>
              </a:ext>
            </a:extLst>
          </p:cNvPr>
          <p:cNvSpPr>
            <a:spLocks noGrp="1"/>
          </p:cNvSpPr>
          <p:nvPr>
            <p:ph type="title"/>
          </p:nvPr>
        </p:nvSpPr>
        <p:spPr>
          <a:xfrm>
            <a:off x="630936" y="639520"/>
            <a:ext cx="3429000" cy="1719072"/>
          </a:xfrm>
        </p:spPr>
        <p:txBody>
          <a:bodyPr anchor="b">
            <a:normAutofit/>
          </a:bodyPr>
          <a:lstStyle/>
          <a:p>
            <a:pPr>
              <a:lnSpc>
                <a:spcPct val="90000"/>
              </a:lnSpc>
            </a:pPr>
            <a:r>
              <a:rPr lang="en-US" sz="3800">
                <a:latin typeface="Franklin Gothic Demi" panose="020B0703020102020204" pitchFamily="34" charset="0"/>
              </a:rPr>
              <a:t>Healthcare Expenditure Challenges</a:t>
            </a:r>
          </a:p>
        </p:txBody>
      </p:sp>
      <p:sp>
        <p:nvSpPr>
          <p:cNvPr id="8" name="sketch line">
            <a:extLst>
              <a:ext uri="{FF2B5EF4-FFF2-40B4-BE49-F238E27FC236}">
                <a16:creationId xmlns:a16="http://schemas.microsoft.com/office/drawing/2014/main" id="{0C8C5294-773F-28AC-99F7-8A258FC72B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CE0ED12-CDD0-1826-35FB-CF60874E9575}"/>
              </a:ext>
            </a:extLst>
          </p:cNvPr>
          <p:cNvSpPr>
            <a:spLocks noGrp="1"/>
          </p:cNvSpPr>
          <p:nvPr>
            <p:ph idx="1"/>
          </p:nvPr>
        </p:nvSpPr>
        <p:spPr>
          <a:xfrm>
            <a:off x="630936" y="2807208"/>
            <a:ext cx="3429000" cy="2218546"/>
          </a:xfrm>
        </p:spPr>
        <p:txBody>
          <a:bodyPr anchor="t">
            <a:normAutofit/>
          </a:bodyPr>
          <a:lstStyle/>
          <a:p>
            <a:pPr marL="0" indent="0">
              <a:buNone/>
            </a:pPr>
            <a:r>
              <a:rPr lang="en-US" sz="2200"/>
              <a:t>Characteristics:</a:t>
            </a:r>
          </a:p>
          <a:p>
            <a:r>
              <a:rPr lang="en-US" sz="2200">
                <a:solidFill>
                  <a:schemeClr val="bg1">
                    <a:lumMod val="65000"/>
                  </a:schemeClr>
                </a:solidFill>
              </a:rPr>
              <a:t>Mass at zero</a:t>
            </a:r>
          </a:p>
          <a:p>
            <a:r>
              <a:rPr lang="en-US" sz="2200" b="1"/>
              <a:t>Heavy right-skew</a:t>
            </a:r>
          </a:p>
          <a:p>
            <a:r>
              <a:rPr lang="en-US" sz="2200">
                <a:solidFill>
                  <a:schemeClr val="bg1">
                    <a:lumMod val="65000"/>
                  </a:schemeClr>
                </a:solidFill>
              </a:rPr>
              <a:t>High variance</a:t>
            </a:r>
          </a:p>
        </p:txBody>
      </p:sp>
      <p:sp>
        <p:nvSpPr>
          <p:cNvPr id="9" name="TextBox 8">
            <a:extLst>
              <a:ext uri="{FF2B5EF4-FFF2-40B4-BE49-F238E27FC236}">
                <a16:creationId xmlns:a16="http://schemas.microsoft.com/office/drawing/2014/main" id="{1698A83F-C2E4-4DF4-A5BF-9CF970E9564B}"/>
              </a:ext>
            </a:extLst>
          </p:cNvPr>
          <p:cNvSpPr txBox="1"/>
          <p:nvPr/>
        </p:nvSpPr>
        <p:spPr>
          <a:xfrm>
            <a:off x="5044262" y="243512"/>
            <a:ext cx="6684263" cy="6370975"/>
          </a:xfrm>
          <a:prstGeom prst="rect">
            <a:avLst/>
          </a:prstGeom>
          <a:noFill/>
        </p:spPr>
        <p:txBody>
          <a:bodyPr wrap="square" rtlCol="0">
            <a:spAutoFit/>
          </a:bodyPr>
          <a:lstStyle/>
          <a:p>
            <a:r>
              <a:rPr lang="en-US" sz="2400" b="1"/>
              <a:t>Inconsistent Reporting</a:t>
            </a:r>
          </a:p>
          <a:p>
            <a:endParaRPr lang="en-US" sz="2400"/>
          </a:p>
          <a:p>
            <a:pPr marL="285750" indent="-285750">
              <a:buFont typeface="Arial" panose="020B0604020202020204" pitchFamily="34" charset="0"/>
              <a:buChar char="•"/>
            </a:pPr>
            <a:r>
              <a:rPr lang="en-US" sz="2400"/>
              <a:t>Sullivan et al (2021): 3000 business journals (2007-2018): surprisingly diverse array of methods used to discover and treat outliers, noting widely varying – or, even more concerning, non-existent – approaches to detection and treatment. Many articles simply referred to their removal without details. </a:t>
            </a:r>
          </a:p>
          <a:p>
            <a:pPr marL="742950" lvl="1" indent="-285750">
              <a:buFont typeface="Arial" panose="020B0604020202020204" pitchFamily="34" charset="0"/>
              <a:buChar char="•"/>
            </a:pPr>
            <a:r>
              <a:rPr lang="en-US" sz="2400"/>
              <a:t>Even ‘top business journals’ were “strikingly deficient in consistently reporting whether outliers were considered and how they were detected, particularly regarding the non-disclosure of a level of significance. … This wide variety of methods and frequent non-disclosure of methods cannot represent best practice” </a:t>
            </a:r>
          </a:p>
        </p:txBody>
      </p:sp>
    </p:spTree>
    <p:extLst>
      <p:ext uri="{BB962C8B-B14F-4D97-AF65-F5344CB8AC3E}">
        <p14:creationId xmlns:p14="http://schemas.microsoft.com/office/powerpoint/2010/main" val="27016051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6A70DCC-7581-A542-D404-FCDF9B67C12C}"/>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2591BD62-D4F4-9AE0-7C91-7A8F9884FF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4A5DCBB-226D-DC2A-81F0-701CCEF4EA9C}"/>
              </a:ext>
            </a:extLst>
          </p:cNvPr>
          <p:cNvSpPr>
            <a:spLocks noGrp="1"/>
          </p:cNvSpPr>
          <p:nvPr>
            <p:ph type="title"/>
          </p:nvPr>
        </p:nvSpPr>
        <p:spPr>
          <a:xfrm>
            <a:off x="630936" y="639520"/>
            <a:ext cx="3429000" cy="1719072"/>
          </a:xfrm>
        </p:spPr>
        <p:txBody>
          <a:bodyPr anchor="b">
            <a:normAutofit/>
          </a:bodyPr>
          <a:lstStyle/>
          <a:p>
            <a:pPr>
              <a:lnSpc>
                <a:spcPct val="90000"/>
              </a:lnSpc>
            </a:pPr>
            <a:r>
              <a:rPr lang="en-US" sz="3800">
                <a:latin typeface="Franklin Gothic Demi" panose="020B0703020102020204" pitchFamily="34" charset="0"/>
              </a:rPr>
              <a:t>Healthcare Expenditure Challenges</a:t>
            </a:r>
          </a:p>
        </p:txBody>
      </p:sp>
      <p:sp>
        <p:nvSpPr>
          <p:cNvPr id="8" name="sketch line">
            <a:extLst>
              <a:ext uri="{FF2B5EF4-FFF2-40B4-BE49-F238E27FC236}">
                <a16:creationId xmlns:a16="http://schemas.microsoft.com/office/drawing/2014/main" id="{0C8C5294-773F-28AC-99F7-8A258FC72B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CE0ED12-CDD0-1826-35FB-CF60874E9575}"/>
              </a:ext>
            </a:extLst>
          </p:cNvPr>
          <p:cNvSpPr>
            <a:spLocks noGrp="1"/>
          </p:cNvSpPr>
          <p:nvPr>
            <p:ph idx="1"/>
          </p:nvPr>
        </p:nvSpPr>
        <p:spPr>
          <a:xfrm>
            <a:off x="630936" y="2807208"/>
            <a:ext cx="3429000" cy="2218546"/>
          </a:xfrm>
        </p:spPr>
        <p:txBody>
          <a:bodyPr anchor="t">
            <a:normAutofit/>
          </a:bodyPr>
          <a:lstStyle/>
          <a:p>
            <a:pPr marL="0" indent="0">
              <a:buNone/>
            </a:pPr>
            <a:r>
              <a:rPr lang="en-US" sz="2200"/>
              <a:t>Characteristics:</a:t>
            </a:r>
          </a:p>
          <a:p>
            <a:r>
              <a:rPr lang="en-US" sz="2200">
                <a:solidFill>
                  <a:schemeClr val="bg1">
                    <a:lumMod val="65000"/>
                  </a:schemeClr>
                </a:solidFill>
              </a:rPr>
              <a:t>Mass at zero</a:t>
            </a:r>
          </a:p>
          <a:p>
            <a:r>
              <a:rPr lang="en-US" sz="2200" b="1"/>
              <a:t>Heavy right-skew</a:t>
            </a:r>
          </a:p>
          <a:p>
            <a:r>
              <a:rPr lang="en-US" sz="2200">
                <a:solidFill>
                  <a:schemeClr val="bg1">
                    <a:lumMod val="65000"/>
                  </a:schemeClr>
                </a:solidFill>
              </a:rPr>
              <a:t>High variance</a:t>
            </a:r>
          </a:p>
        </p:txBody>
      </p:sp>
      <p:sp>
        <p:nvSpPr>
          <p:cNvPr id="9" name="TextBox 8">
            <a:extLst>
              <a:ext uri="{FF2B5EF4-FFF2-40B4-BE49-F238E27FC236}">
                <a16:creationId xmlns:a16="http://schemas.microsoft.com/office/drawing/2014/main" id="{1698A83F-C2E4-4DF4-A5BF-9CF970E9564B}"/>
              </a:ext>
            </a:extLst>
          </p:cNvPr>
          <p:cNvSpPr txBox="1"/>
          <p:nvPr/>
        </p:nvSpPr>
        <p:spPr>
          <a:xfrm>
            <a:off x="4951497" y="480323"/>
            <a:ext cx="6684263" cy="5262979"/>
          </a:xfrm>
          <a:prstGeom prst="rect">
            <a:avLst/>
          </a:prstGeom>
          <a:noFill/>
        </p:spPr>
        <p:txBody>
          <a:bodyPr wrap="square" rtlCol="0">
            <a:spAutoFit/>
          </a:bodyPr>
          <a:lstStyle/>
          <a:p>
            <a:r>
              <a:rPr lang="en-US" sz="2400" b="1"/>
              <a:t>Inconsistent Reporting</a:t>
            </a:r>
          </a:p>
          <a:p>
            <a:endParaRPr lang="en-US" sz="2400"/>
          </a:p>
          <a:p>
            <a:r>
              <a:rPr lang="en-US" sz="2400"/>
              <a:t>From the empirical study I based this project on, you can see how unsatisfactory this documentation is: </a:t>
            </a:r>
          </a:p>
          <a:p>
            <a:endParaRPr lang="en-US" sz="2400"/>
          </a:p>
          <a:p>
            <a:r>
              <a:rPr lang="en-US" sz="2400"/>
              <a:t>“Although our statistical models are designed to account for skewness, they are not designed to take extreme values such as these into account. Although it is tempting to drop these observations, we are reluctant to do so because we cannot be sure that they are outliers in any real sense. As a compromise, we topcode the value of the expenditure for each of these 35 observations at $50,000.” (Deb &amp; Norton, 2018)</a:t>
            </a:r>
          </a:p>
        </p:txBody>
      </p:sp>
    </p:spTree>
    <p:extLst>
      <p:ext uri="{BB962C8B-B14F-4D97-AF65-F5344CB8AC3E}">
        <p14:creationId xmlns:p14="http://schemas.microsoft.com/office/powerpoint/2010/main" val="31215722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6A70DCC-7581-A542-D404-FCDF9B67C12C}"/>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2591BD62-D4F4-9AE0-7C91-7A8F9884FF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4A5DCBB-226D-DC2A-81F0-701CCEF4EA9C}"/>
              </a:ext>
            </a:extLst>
          </p:cNvPr>
          <p:cNvSpPr>
            <a:spLocks noGrp="1"/>
          </p:cNvSpPr>
          <p:nvPr>
            <p:ph type="title"/>
          </p:nvPr>
        </p:nvSpPr>
        <p:spPr>
          <a:xfrm>
            <a:off x="630936" y="639520"/>
            <a:ext cx="3429000" cy="1719072"/>
          </a:xfrm>
        </p:spPr>
        <p:txBody>
          <a:bodyPr anchor="b">
            <a:normAutofit/>
          </a:bodyPr>
          <a:lstStyle/>
          <a:p>
            <a:pPr>
              <a:lnSpc>
                <a:spcPct val="90000"/>
              </a:lnSpc>
            </a:pPr>
            <a:r>
              <a:rPr lang="en-US" sz="3800">
                <a:latin typeface="Franklin Gothic Demi" panose="020B0703020102020204" pitchFamily="34" charset="0"/>
              </a:rPr>
              <a:t>Healthcare Expenditure Challenges</a:t>
            </a:r>
          </a:p>
        </p:txBody>
      </p:sp>
      <p:sp>
        <p:nvSpPr>
          <p:cNvPr id="8" name="sketch line">
            <a:extLst>
              <a:ext uri="{FF2B5EF4-FFF2-40B4-BE49-F238E27FC236}">
                <a16:creationId xmlns:a16="http://schemas.microsoft.com/office/drawing/2014/main" id="{0C8C5294-773F-28AC-99F7-8A258FC72B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CE0ED12-CDD0-1826-35FB-CF60874E9575}"/>
              </a:ext>
            </a:extLst>
          </p:cNvPr>
          <p:cNvSpPr>
            <a:spLocks noGrp="1"/>
          </p:cNvSpPr>
          <p:nvPr>
            <p:ph idx="1"/>
          </p:nvPr>
        </p:nvSpPr>
        <p:spPr>
          <a:xfrm>
            <a:off x="630936" y="2807208"/>
            <a:ext cx="3429000" cy="2218546"/>
          </a:xfrm>
        </p:spPr>
        <p:txBody>
          <a:bodyPr anchor="t">
            <a:normAutofit/>
          </a:bodyPr>
          <a:lstStyle/>
          <a:p>
            <a:pPr marL="0" indent="0">
              <a:buNone/>
            </a:pPr>
            <a:r>
              <a:rPr lang="en-US" sz="2200"/>
              <a:t>Characteristics:</a:t>
            </a:r>
          </a:p>
          <a:p>
            <a:r>
              <a:rPr lang="en-US" sz="2200">
                <a:solidFill>
                  <a:schemeClr val="bg1">
                    <a:lumMod val="65000"/>
                  </a:schemeClr>
                </a:solidFill>
              </a:rPr>
              <a:t>Mass at zero</a:t>
            </a:r>
          </a:p>
          <a:p>
            <a:r>
              <a:rPr lang="en-US" sz="2200" b="1"/>
              <a:t>Heavy right-skew</a:t>
            </a:r>
          </a:p>
          <a:p>
            <a:r>
              <a:rPr lang="en-US" sz="2200">
                <a:solidFill>
                  <a:schemeClr val="bg1">
                    <a:lumMod val="65000"/>
                  </a:schemeClr>
                </a:solidFill>
              </a:rPr>
              <a:t>High variance</a:t>
            </a:r>
          </a:p>
        </p:txBody>
      </p:sp>
      <p:sp>
        <p:nvSpPr>
          <p:cNvPr id="9" name="TextBox 8">
            <a:extLst>
              <a:ext uri="{FF2B5EF4-FFF2-40B4-BE49-F238E27FC236}">
                <a16:creationId xmlns:a16="http://schemas.microsoft.com/office/drawing/2014/main" id="{1698A83F-C2E4-4DF4-A5BF-9CF970E9564B}"/>
              </a:ext>
            </a:extLst>
          </p:cNvPr>
          <p:cNvSpPr txBox="1"/>
          <p:nvPr/>
        </p:nvSpPr>
        <p:spPr>
          <a:xfrm>
            <a:off x="5044262" y="268287"/>
            <a:ext cx="6684263" cy="6001643"/>
          </a:xfrm>
          <a:prstGeom prst="rect">
            <a:avLst/>
          </a:prstGeom>
          <a:noFill/>
        </p:spPr>
        <p:txBody>
          <a:bodyPr wrap="square" rtlCol="0">
            <a:spAutoFit/>
          </a:bodyPr>
          <a:lstStyle/>
          <a:p>
            <a:r>
              <a:rPr lang="en-US" sz="2400" b="1"/>
              <a:t>Why the lack of common approach? </a:t>
            </a:r>
          </a:p>
          <a:p>
            <a:endParaRPr lang="en-US" sz="2400"/>
          </a:p>
          <a:p>
            <a:pPr marL="342900" indent="-342900">
              <a:buFont typeface="Arial" panose="020B0604020202020204" pitchFamily="34" charset="0"/>
              <a:buChar char="•"/>
            </a:pPr>
            <a:r>
              <a:rPr lang="en-US" sz="2400"/>
              <a:t>Each method has +/-, but no acceptance of any method as a reasonable compromise between ease of implementation and effectiveness. </a:t>
            </a:r>
          </a:p>
          <a:p>
            <a:pPr marL="342900" indent="-342900">
              <a:buFont typeface="Arial" panose="020B0604020202020204" pitchFamily="34" charset="0"/>
              <a:buChar char="•"/>
            </a:pPr>
            <a:r>
              <a:rPr lang="en-US" sz="2400"/>
              <a:t>Textbooks include details, but many advise users implement several or all methods: challenging for researchers up against time or financial constraints</a:t>
            </a:r>
          </a:p>
          <a:p>
            <a:pPr marL="342900" indent="-342900">
              <a:buFont typeface="Arial" panose="020B0604020202020204" pitchFamily="34" charset="0"/>
              <a:buChar char="•"/>
            </a:pPr>
            <a:r>
              <a:rPr lang="en-US" sz="2400"/>
              <a:t>Using several methods can be problematic itself as it can lead to familiar problem of multiple comparisons</a:t>
            </a:r>
          </a:p>
          <a:p>
            <a:pPr marL="342900" indent="-342900">
              <a:buFont typeface="Arial" panose="020B0604020202020204" pitchFamily="34" charset="0"/>
              <a:buChar char="•"/>
            </a:pPr>
            <a:r>
              <a:rPr lang="en-US" sz="2400"/>
              <a:t>Many commonly used methods today evolved from rules-of-thumb or conventional wisdom evolved from periods with limited computational resources (hence low dimensionality, etc.)</a:t>
            </a:r>
          </a:p>
        </p:txBody>
      </p:sp>
    </p:spTree>
    <p:extLst>
      <p:ext uri="{BB962C8B-B14F-4D97-AF65-F5344CB8AC3E}">
        <p14:creationId xmlns:p14="http://schemas.microsoft.com/office/powerpoint/2010/main" val="38902967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6A70DCC-7581-A542-D404-FCDF9B67C12C}"/>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2591BD62-D4F4-9AE0-7C91-7A8F9884FF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4A5DCBB-226D-DC2A-81F0-701CCEF4EA9C}"/>
              </a:ext>
            </a:extLst>
          </p:cNvPr>
          <p:cNvSpPr>
            <a:spLocks noGrp="1"/>
          </p:cNvSpPr>
          <p:nvPr>
            <p:ph type="title"/>
          </p:nvPr>
        </p:nvSpPr>
        <p:spPr>
          <a:xfrm>
            <a:off x="630936" y="639520"/>
            <a:ext cx="3429000" cy="1719072"/>
          </a:xfrm>
        </p:spPr>
        <p:txBody>
          <a:bodyPr anchor="b">
            <a:normAutofit/>
          </a:bodyPr>
          <a:lstStyle/>
          <a:p>
            <a:pPr>
              <a:lnSpc>
                <a:spcPct val="90000"/>
              </a:lnSpc>
            </a:pPr>
            <a:r>
              <a:rPr lang="en-US" sz="3800">
                <a:latin typeface="Franklin Gothic Demi" panose="020B0703020102020204" pitchFamily="34" charset="0"/>
              </a:rPr>
              <a:t>Healthcare Expenditure Challenges</a:t>
            </a:r>
          </a:p>
        </p:txBody>
      </p:sp>
      <p:sp>
        <p:nvSpPr>
          <p:cNvPr id="8" name="sketch line">
            <a:extLst>
              <a:ext uri="{FF2B5EF4-FFF2-40B4-BE49-F238E27FC236}">
                <a16:creationId xmlns:a16="http://schemas.microsoft.com/office/drawing/2014/main" id="{0C8C5294-773F-28AC-99F7-8A258FC72B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CE0ED12-CDD0-1826-35FB-CF60874E9575}"/>
              </a:ext>
            </a:extLst>
          </p:cNvPr>
          <p:cNvSpPr>
            <a:spLocks noGrp="1"/>
          </p:cNvSpPr>
          <p:nvPr>
            <p:ph idx="1"/>
          </p:nvPr>
        </p:nvSpPr>
        <p:spPr>
          <a:xfrm>
            <a:off x="630936" y="2807208"/>
            <a:ext cx="3429000" cy="2218546"/>
          </a:xfrm>
        </p:spPr>
        <p:txBody>
          <a:bodyPr anchor="t">
            <a:normAutofit/>
          </a:bodyPr>
          <a:lstStyle/>
          <a:p>
            <a:pPr marL="0" indent="0">
              <a:buNone/>
            </a:pPr>
            <a:r>
              <a:rPr lang="en-US" sz="2200"/>
              <a:t>Characteristics:</a:t>
            </a:r>
          </a:p>
          <a:p>
            <a:r>
              <a:rPr lang="en-US" sz="2200">
                <a:solidFill>
                  <a:schemeClr val="bg1">
                    <a:lumMod val="65000"/>
                  </a:schemeClr>
                </a:solidFill>
              </a:rPr>
              <a:t>Mass at zero</a:t>
            </a:r>
          </a:p>
          <a:p>
            <a:r>
              <a:rPr lang="en-US" sz="2200" b="1"/>
              <a:t>Heavy right-skew</a:t>
            </a:r>
          </a:p>
          <a:p>
            <a:r>
              <a:rPr lang="en-US" sz="2200">
                <a:solidFill>
                  <a:schemeClr val="bg1">
                    <a:lumMod val="65000"/>
                  </a:schemeClr>
                </a:solidFill>
              </a:rPr>
              <a:t>High variance</a:t>
            </a:r>
          </a:p>
        </p:txBody>
      </p:sp>
      <p:sp>
        <p:nvSpPr>
          <p:cNvPr id="9" name="TextBox 8">
            <a:extLst>
              <a:ext uri="{FF2B5EF4-FFF2-40B4-BE49-F238E27FC236}">
                <a16:creationId xmlns:a16="http://schemas.microsoft.com/office/drawing/2014/main" id="{1698A83F-C2E4-4DF4-A5BF-9CF970E9564B}"/>
              </a:ext>
            </a:extLst>
          </p:cNvPr>
          <p:cNvSpPr txBox="1"/>
          <p:nvPr/>
        </p:nvSpPr>
        <p:spPr>
          <a:xfrm>
            <a:off x="5044262" y="612844"/>
            <a:ext cx="6684263" cy="4524315"/>
          </a:xfrm>
          <a:prstGeom prst="rect">
            <a:avLst/>
          </a:prstGeom>
          <a:noFill/>
        </p:spPr>
        <p:txBody>
          <a:bodyPr wrap="square" rtlCol="0">
            <a:spAutoFit/>
          </a:bodyPr>
          <a:lstStyle/>
          <a:p>
            <a:r>
              <a:rPr lang="en-US" sz="2400" b="1"/>
              <a:t>Why lack of consistent approach?</a:t>
            </a:r>
          </a:p>
          <a:p>
            <a:endParaRPr lang="en-US" sz="2400"/>
          </a:p>
          <a:p>
            <a:pPr marL="342900" indent="-342900">
              <a:buFont typeface="Arial" panose="020B0604020202020204" pitchFamily="34" charset="0"/>
              <a:buChar char="•"/>
            </a:pPr>
            <a:r>
              <a:rPr lang="en-US" sz="2400"/>
              <a:t>Variation in terminology and operationalization of terms</a:t>
            </a:r>
          </a:p>
          <a:p>
            <a:pPr marL="800100" lvl="1" indent="-342900">
              <a:buFont typeface="Arial" panose="020B0604020202020204" pitchFamily="34" charset="0"/>
              <a:buChar char="•"/>
            </a:pPr>
            <a:r>
              <a:rPr lang="en-US" sz="2400"/>
              <a:t>Leone et al (2019): of the 532 studies that used winsorization, 63% winsorized all variables, 6% winsorized only dependent variable, 10% winsorized all independent variables, 18% wrote (“Leave out some variables”), and 3% reported winsorization but did not specify how.</a:t>
            </a:r>
          </a:p>
          <a:p>
            <a:endParaRPr lang="en-US" sz="2400"/>
          </a:p>
        </p:txBody>
      </p:sp>
    </p:spTree>
    <p:extLst>
      <p:ext uri="{BB962C8B-B14F-4D97-AF65-F5344CB8AC3E}">
        <p14:creationId xmlns:p14="http://schemas.microsoft.com/office/powerpoint/2010/main" val="37667858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6A70DCC-7581-A542-D404-FCDF9B67C12C}"/>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2591BD62-D4F4-9AE0-7C91-7A8F9884FF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4A5DCBB-226D-DC2A-81F0-701CCEF4EA9C}"/>
              </a:ext>
            </a:extLst>
          </p:cNvPr>
          <p:cNvSpPr>
            <a:spLocks noGrp="1"/>
          </p:cNvSpPr>
          <p:nvPr>
            <p:ph type="title"/>
          </p:nvPr>
        </p:nvSpPr>
        <p:spPr>
          <a:xfrm>
            <a:off x="630936" y="639520"/>
            <a:ext cx="3429000" cy="1719072"/>
          </a:xfrm>
        </p:spPr>
        <p:txBody>
          <a:bodyPr anchor="b">
            <a:normAutofit/>
          </a:bodyPr>
          <a:lstStyle/>
          <a:p>
            <a:pPr>
              <a:lnSpc>
                <a:spcPct val="90000"/>
              </a:lnSpc>
            </a:pPr>
            <a:r>
              <a:rPr lang="en-US" sz="3800">
                <a:latin typeface="Franklin Gothic Demi" panose="020B0703020102020204" pitchFamily="34" charset="0"/>
              </a:rPr>
              <a:t>Healthcare Expenditure Challenges</a:t>
            </a:r>
          </a:p>
        </p:txBody>
      </p:sp>
      <p:sp>
        <p:nvSpPr>
          <p:cNvPr id="8" name="sketch line">
            <a:extLst>
              <a:ext uri="{FF2B5EF4-FFF2-40B4-BE49-F238E27FC236}">
                <a16:creationId xmlns:a16="http://schemas.microsoft.com/office/drawing/2014/main" id="{0C8C5294-773F-28AC-99F7-8A258FC72B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CE0ED12-CDD0-1826-35FB-CF60874E9575}"/>
              </a:ext>
            </a:extLst>
          </p:cNvPr>
          <p:cNvSpPr>
            <a:spLocks noGrp="1"/>
          </p:cNvSpPr>
          <p:nvPr>
            <p:ph idx="1"/>
          </p:nvPr>
        </p:nvSpPr>
        <p:spPr>
          <a:xfrm>
            <a:off x="630936" y="2807208"/>
            <a:ext cx="3429000" cy="2218546"/>
          </a:xfrm>
        </p:spPr>
        <p:txBody>
          <a:bodyPr anchor="t">
            <a:normAutofit lnSpcReduction="10000"/>
          </a:bodyPr>
          <a:lstStyle/>
          <a:p>
            <a:pPr marL="0" indent="0">
              <a:buNone/>
            </a:pPr>
            <a:r>
              <a:rPr lang="en-US" sz="2200"/>
              <a:t>Characteristics:</a:t>
            </a:r>
          </a:p>
          <a:p>
            <a:r>
              <a:rPr lang="en-US" sz="2200">
                <a:solidFill>
                  <a:schemeClr val="bg1">
                    <a:lumMod val="65000"/>
                  </a:schemeClr>
                </a:solidFill>
              </a:rPr>
              <a:t>Mass at zero</a:t>
            </a:r>
          </a:p>
          <a:p>
            <a:r>
              <a:rPr lang="en-US" sz="2200">
                <a:solidFill>
                  <a:schemeClr val="bg1">
                    <a:lumMod val="65000"/>
                  </a:schemeClr>
                </a:solidFill>
              </a:rPr>
              <a:t>Heavy right-skew</a:t>
            </a:r>
          </a:p>
          <a:p>
            <a:r>
              <a:rPr lang="en-US" sz="2200" b="1"/>
              <a:t>High, Non-constant Variance (Heteroskedasticity)</a:t>
            </a:r>
          </a:p>
        </p:txBody>
      </p:sp>
    </p:spTree>
    <p:extLst>
      <p:ext uri="{BB962C8B-B14F-4D97-AF65-F5344CB8AC3E}">
        <p14:creationId xmlns:p14="http://schemas.microsoft.com/office/powerpoint/2010/main" val="38331429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6A70DCC-7581-A542-D404-FCDF9B67C12C}"/>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2591BD62-D4F4-9AE0-7C91-7A8F9884FF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4A5DCBB-226D-DC2A-81F0-701CCEF4EA9C}"/>
              </a:ext>
            </a:extLst>
          </p:cNvPr>
          <p:cNvSpPr>
            <a:spLocks noGrp="1"/>
          </p:cNvSpPr>
          <p:nvPr>
            <p:ph type="title"/>
          </p:nvPr>
        </p:nvSpPr>
        <p:spPr>
          <a:xfrm>
            <a:off x="630936" y="639520"/>
            <a:ext cx="3429000" cy="1719072"/>
          </a:xfrm>
        </p:spPr>
        <p:txBody>
          <a:bodyPr anchor="b">
            <a:normAutofit/>
          </a:bodyPr>
          <a:lstStyle/>
          <a:p>
            <a:pPr>
              <a:lnSpc>
                <a:spcPct val="90000"/>
              </a:lnSpc>
            </a:pPr>
            <a:r>
              <a:rPr lang="en-US" sz="3800">
                <a:latin typeface="Franklin Gothic Demi" panose="020B0703020102020204" pitchFamily="34" charset="0"/>
              </a:rPr>
              <a:t>Healthcare Expenditure Challenges</a:t>
            </a:r>
          </a:p>
        </p:txBody>
      </p:sp>
      <p:sp>
        <p:nvSpPr>
          <p:cNvPr id="8" name="sketch line">
            <a:extLst>
              <a:ext uri="{FF2B5EF4-FFF2-40B4-BE49-F238E27FC236}">
                <a16:creationId xmlns:a16="http://schemas.microsoft.com/office/drawing/2014/main" id="{0C8C5294-773F-28AC-99F7-8A258FC72B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CE0ED12-CDD0-1826-35FB-CF60874E9575}"/>
              </a:ext>
            </a:extLst>
          </p:cNvPr>
          <p:cNvSpPr>
            <a:spLocks noGrp="1"/>
          </p:cNvSpPr>
          <p:nvPr>
            <p:ph idx="1"/>
          </p:nvPr>
        </p:nvSpPr>
        <p:spPr>
          <a:xfrm>
            <a:off x="630936" y="2807208"/>
            <a:ext cx="3429000" cy="2218546"/>
          </a:xfrm>
        </p:spPr>
        <p:txBody>
          <a:bodyPr anchor="t">
            <a:normAutofit lnSpcReduction="10000"/>
          </a:bodyPr>
          <a:lstStyle/>
          <a:p>
            <a:pPr marL="0" indent="0">
              <a:buNone/>
            </a:pPr>
            <a:r>
              <a:rPr lang="en-US" sz="2200"/>
              <a:t>Characteristics:</a:t>
            </a:r>
          </a:p>
          <a:p>
            <a:r>
              <a:rPr lang="en-US" sz="2200">
                <a:solidFill>
                  <a:schemeClr val="bg1">
                    <a:lumMod val="65000"/>
                  </a:schemeClr>
                </a:solidFill>
              </a:rPr>
              <a:t>Mass at zero</a:t>
            </a:r>
          </a:p>
          <a:p>
            <a:r>
              <a:rPr lang="en-US" sz="2200">
                <a:solidFill>
                  <a:schemeClr val="bg1">
                    <a:lumMod val="65000"/>
                  </a:schemeClr>
                </a:solidFill>
              </a:rPr>
              <a:t>Heavy right-skew</a:t>
            </a:r>
          </a:p>
          <a:p>
            <a:r>
              <a:rPr lang="en-US" sz="2200" b="1"/>
              <a:t>High, Non-constant Variance (Heteroskedasticity)</a:t>
            </a:r>
          </a:p>
        </p:txBody>
      </p:sp>
      <p:sp>
        <p:nvSpPr>
          <p:cNvPr id="9" name="TextBox 8">
            <a:extLst>
              <a:ext uri="{FF2B5EF4-FFF2-40B4-BE49-F238E27FC236}">
                <a16:creationId xmlns:a16="http://schemas.microsoft.com/office/drawing/2014/main" id="{1698A83F-C2E4-4DF4-A5BF-9CF970E9564B}"/>
              </a:ext>
            </a:extLst>
          </p:cNvPr>
          <p:cNvSpPr txBox="1"/>
          <p:nvPr/>
        </p:nvSpPr>
        <p:spPr>
          <a:xfrm>
            <a:off x="4995828" y="484239"/>
            <a:ext cx="6883288" cy="6124754"/>
          </a:xfrm>
          <a:prstGeom prst="rect">
            <a:avLst/>
          </a:prstGeom>
          <a:noFill/>
        </p:spPr>
        <p:txBody>
          <a:bodyPr wrap="square" rtlCol="0">
            <a:spAutoFit/>
          </a:bodyPr>
          <a:lstStyle/>
          <a:p>
            <a:pPr marL="342900" indent="-342900">
              <a:buFont typeface="Arial" panose="020B0604020202020204" pitchFamily="34" charset="0"/>
              <a:buChar char="•"/>
            </a:pPr>
            <a:r>
              <a:rPr lang="en-US" sz="2800"/>
              <a:t>Expense data often exhibit variability that increases as the mean expense increases</a:t>
            </a:r>
          </a:p>
          <a:p>
            <a:pPr marL="342900" indent="-342900">
              <a:buFont typeface="Arial" panose="020B0604020202020204" pitchFamily="34" charset="0"/>
              <a:buChar char="•"/>
            </a:pPr>
            <a:r>
              <a:rPr lang="en-US" sz="2800"/>
              <a:t>Variance more concentrated around high-cost cases, amplified by presence of extreme values</a:t>
            </a:r>
          </a:p>
          <a:p>
            <a:pPr marL="342900" indent="-342900">
              <a:buFont typeface="Arial" panose="020B0604020202020204" pitchFamily="34" charset="0"/>
              <a:buChar char="•"/>
            </a:pPr>
            <a:r>
              <a:rPr lang="en-US" sz="2800"/>
              <a:t>As few as four observations have impacted estimates</a:t>
            </a:r>
          </a:p>
          <a:p>
            <a:pPr marL="342900" indent="-342900">
              <a:buFont typeface="Arial" panose="020B0604020202020204" pitchFamily="34" charset="0"/>
              <a:buChar char="•"/>
            </a:pPr>
            <a:r>
              <a:rPr lang="en-US" sz="2800"/>
              <a:t>This study</a:t>
            </a:r>
          </a:p>
          <a:p>
            <a:pPr marL="342900" indent="-342900">
              <a:buFont typeface="Arial" panose="020B0604020202020204" pitchFamily="34" charset="0"/>
              <a:buChar char="•"/>
            </a:pPr>
            <a:r>
              <a:rPr lang="en-US" sz="2800"/>
              <a:t>The use of GLMs allows researcher to explicitly model the heteroskedasticity by allowing the variance of the outcome to exist as a function of its predicted value through the choice of appropriate distributional family</a:t>
            </a:r>
          </a:p>
        </p:txBody>
      </p:sp>
    </p:spTree>
    <p:extLst>
      <p:ext uri="{BB962C8B-B14F-4D97-AF65-F5344CB8AC3E}">
        <p14:creationId xmlns:p14="http://schemas.microsoft.com/office/powerpoint/2010/main" val="19142016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6A70DCC-7581-A542-D404-FCDF9B67C12C}"/>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2591BD62-D4F4-9AE0-7C91-7A8F9884FF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4A5DCBB-226D-DC2A-81F0-701CCEF4EA9C}"/>
              </a:ext>
            </a:extLst>
          </p:cNvPr>
          <p:cNvSpPr>
            <a:spLocks noGrp="1"/>
          </p:cNvSpPr>
          <p:nvPr>
            <p:ph type="title"/>
          </p:nvPr>
        </p:nvSpPr>
        <p:spPr>
          <a:xfrm>
            <a:off x="630936" y="639520"/>
            <a:ext cx="3429000" cy="1719072"/>
          </a:xfrm>
        </p:spPr>
        <p:txBody>
          <a:bodyPr anchor="b">
            <a:normAutofit/>
          </a:bodyPr>
          <a:lstStyle/>
          <a:p>
            <a:pPr>
              <a:lnSpc>
                <a:spcPct val="90000"/>
              </a:lnSpc>
            </a:pPr>
            <a:r>
              <a:rPr lang="en-US" sz="3800">
                <a:latin typeface="Franklin Gothic Demi" panose="020B0703020102020204" pitchFamily="34" charset="0"/>
              </a:rPr>
              <a:t>Healthcare Expenditure Challenges</a:t>
            </a:r>
          </a:p>
        </p:txBody>
      </p:sp>
      <p:sp>
        <p:nvSpPr>
          <p:cNvPr id="8" name="sketch line">
            <a:extLst>
              <a:ext uri="{FF2B5EF4-FFF2-40B4-BE49-F238E27FC236}">
                <a16:creationId xmlns:a16="http://schemas.microsoft.com/office/drawing/2014/main" id="{0C8C5294-773F-28AC-99F7-8A258FC72B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CE0ED12-CDD0-1826-35FB-CF60874E9575}"/>
              </a:ext>
            </a:extLst>
          </p:cNvPr>
          <p:cNvSpPr>
            <a:spLocks noGrp="1"/>
          </p:cNvSpPr>
          <p:nvPr>
            <p:ph idx="1"/>
          </p:nvPr>
        </p:nvSpPr>
        <p:spPr>
          <a:xfrm>
            <a:off x="630936" y="2807208"/>
            <a:ext cx="3429000" cy="2218546"/>
          </a:xfrm>
        </p:spPr>
        <p:txBody>
          <a:bodyPr anchor="t">
            <a:normAutofit lnSpcReduction="10000"/>
          </a:bodyPr>
          <a:lstStyle/>
          <a:p>
            <a:pPr marL="0" indent="0">
              <a:buNone/>
            </a:pPr>
            <a:r>
              <a:rPr lang="en-US" sz="2200"/>
              <a:t>Characteristics:</a:t>
            </a:r>
          </a:p>
          <a:p>
            <a:r>
              <a:rPr lang="en-US" sz="2200">
                <a:solidFill>
                  <a:schemeClr val="bg1">
                    <a:lumMod val="65000"/>
                  </a:schemeClr>
                </a:solidFill>
              </a:rPr>
              <a:t>Mass at zero</a:t>
            </a:r>
          </a:p>
          <a:p>
            <a:r>
              <a:rPr lang="en-US" sz="2200">
                <a:solidFill>
                  <a:schemeClr val="bg1">
                    <a:lumMod val="65000"/>
                  </a:schemeClr>
                </a:solidFill>
              </a:rPr>
              <a:t>Heavy right-skew</a:t>
            </a:r>
          </a:p>
          <a:p>
            <a:r>
              <a:rPr lang="en-US" sz="2200" b="1"/>
              <a:t>High, Non-constant Variance (Heteroskedasticity)</a:t>
            </a:r>
          </a:p>
        </p:txBody>
      </p:sp>
      <p:sp>
        <p:nvSpPr>
          <p:cNvPr id="9" name="TextBox 8">
            <a:extLst>
              <a:ext uri="{FF2B5EF4-FFF2-40B4-BE49-F238E27FC236}">
                <a16:creationId xmlns:a16="http://schemas.microsoft.com/office/drawing/2014/main" id="{1698A83F-C2E4-4DF4-A5BF-9CF970E9564B}"/>
              </a:ext>
            </a:extLst>
          </p:cNvPr>
          <p:cNvSpPr txBox="1"/>
          <p:nvPr/>
        </p:nvSpPr>
        <p:spPr>
          <a:xfrm>
            <a:off x="4536517" y="166568"/>
            <a:ext cx="7514224" cy="6524863"/>
          </a:xfrm>
          <a:prstGeom prst="rect">
            <a:avLst/>
          </a:prstGeom>
          <a:noFill/>
        </p:spPr>
        <p:txBody>
          <a:bodyPr wrap="square" rtlCol="0">
            <a:spAutoFit/>
          </a:bodyPr>
          <a:lstStyle/>
          <a:p>
            <a:pPr marL="342900" indent="-342900">
              <a:buFont typeface="Arial" panose="020B0604020202020204" pitchFamily="34" charset="0"/>
              <a:buChar char="•"/>
            </a:pPr>
            <a:r>
              <a:rPr lang="en-US" sz="2200"/>
              <a:t>“ … outcomes were estimates with large standard errors, very sensitive to high-cost patients: </a:t>
            </a:r>
          </a:p>
          <a:p>
            <a:pPr marL="800100" lvl="1" indent="-342900">
              <a:buFont typeface="Arial" panose="020B0604020202020204" pitchFamily="34" charset="0"/>
              <a:buChar char="•"/>
            </a:pPr>
            <a:r>
              <a:rPr lang="en-US" sz="2200"/>
              <a:t>“Part of the explanation of the large standard errors is the strongly skewed distribution of health care costs with a small fraction of the population accounting for a large share of the total health spending and mean costs well above median cost. </a:t>
            </a:r>
            <a:r>
              <a:rPr lang="en-US" sz="2200" b="1"/>
              <a:t>Variance </a:t>
            </a:r>
            <a:r>
              <a:rPr lang="en-US" sz="2200"/>
              <a:t>is even more concentrated in the high-cost cases, and exacerbated by the presence of large outliers. As a result, </a:t>
            </a:r>
            <a:r>
              <a:rPr lang="en-US" sz="2200" b="1"/>
              <a:t>even sophisticated models with large sets of control variables are faced with a portion of high costs not well captured by the model</a:t>
            </a:r>
            <a:r>
              <a:rPr lang="en-US" sz="2200"/>
              <a:t>.” (Geurts et al., 2022) </a:t>
            </a:r>
          </a:p>
          <a:p>
            <a:pPr marL="342900" indent="-342900">
              <a:buFont typeface="Arial" panose="020B0604020202020204" pitchFamily="34" charset="0"/>
              <a:buChar char="•"/>
            </a:pPr>
            <a:r>
              <a:rPr lang="en-US" sz="2200"/>
              <a:t>In heavy-tailed or outlier-prone distributions, predicted regression lines tend to track outlying observations more closely, fitting them at the expense of the rest of the sample data in order to minimize the sum of squared errors, and producing estimated results that are likely to encourage researchers to make incorrect inferences about the data (Choi, 2009). </a:t>
            </a:r>
          </a:p>
        </p:txBody>
      </p:sp>
    </p:spTree>
    <p:extLst>
      <p:ext uri="{BB962C8B-B14F-4D97-AF65-F5344CB8AC3E}">
        <p14:creationId xmlns:p14="http://schemas.microsoft.com/office/powerpoint/2010/main" val="18664461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a:latin typeface="Franklin Gothic Demi" panose="020B0703020102020204" pitchFamily="34" charset="0"/>
              </a:rPr>
              <a:t>The Problem with OLS</a:t>
            </a:r>
          </a:p>
        </p:txBody>
      </p:sp>
      <p:sp>
        <p:nvSpPr>
          <p:cNvPr id="3" name="Content Placeholder 2"/>
          <p:cNvSpPr>
            <a:spLocks noGrp="1"/>
          </p:cNvSpPr>
          <p:nvPr>
            <p:ph idx="1"/>
          </p:nvPr>
        </p:nvSpPr>
        <p:spPr>
          <a:xfrm>
            <a:off x="609600" y="2514600"/>
            <a:ext cx="10972800" cy="1828799"/>
          </a:xfrm>
        </p:spPr>
        <p:txBody>
          <a:bodyPr/>
          <a:lstStyle/>
          <a:p>
            <a:pPr marL="0" indent="0" algn="ctr">
              <a:buNone/>
            </a:pPr>
            <a:r>
              <a:rPr lang="en-US"/>
              <a:t>“OLS for ln(y) is one of the most prevalently used (and most prevalently misused) models for analyzing [healthcare expenditure] data.” (Manning et al., 2005)</a:t>
            </a:r>
          </a:p>
        </p:txBody>
      </p:sp>
    </p:spTree>
    <p:extLst>
      <p:ext uri="{BB962C8B-B14F-4D97-AF65-F5344CB8AC3E}">
        <p14:creationId xmlns:p14="http://schemas.microsoft.com/office/powerpoint/2010/main" val="32973623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a:latin typeface="Franklin Gothic Demi" panose="020B0703020102020204" pitchFamily="34" charset="0"/>
              </a:rPr>
              <a:t>The Problem with OLS</a:t>
            </a:r>
          </a:p>
        </p:txBody>
      </p:sp>
      <p:sp>
        <p:nvSpPr>
          <p:cNvPr id="3" name="Content Placeholder 2"/>
          <p:cNvSpPr>
            <a:spLocks noGrp="1"/>
          </p:cNvSpPr>
          <p:nvPr>
            <p:ph idx="1"/>
          </p:nvPr>
        </p:nvSpPr>
        <p:spPr/>
        <p:txBody>
          <a:bodyPr/>
          <a:lstStyle/>
          <a:p>
            <a:pPr marL="0" indent="0">
              <a:buNone/>
            </a:pPr>
            <a:r>
              <a:rPr lang="en-US"/>
              <a:t>OLS assumptions violated:</a:t>
            </a:r>
          </a:p>
          <a:p>
            <a:pPr>
              <a:buFont typeface="Arial" panose="020B0604020202020204" pitchFamily="34" charset="0"/>
              <a:buChar char="•"/>
            </a:pPr>
            <a:r>
              <a:rPr lang="en-US"/>
              <a:t>Normality</a:t>
            </a:r>
          </a:p>
          <a:p>
            <a:pPr>
              <a:buFont typeface="Arial" panose="020B0604020202020204" pitchFamily="34" charset="0"/>
              <a:buChar char="•"/>
            </a:pPr>
            <a:r>
              <a:rPr lang="en-US"/>
              <a:t>Homoscedasticity</a:t>
            </a:r>
          </a:p>
          <a:p>
            <a:pPr>
              <a:buFont typeface="Arial" panose="020B0604020202020204" pitchFamily="34" charset="0"/>
              <a:buChar char="•"/>
            </a:pPr>
            <a:r>
              <a:rPr lang="en-US"/>
              <a:t>Linearity</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07D0E-185E-0A66-2E2E-D80D1CF840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FCCF4C-FF37-161D-970B-B20F1B0FDC1F}"/>
              </a:ext>
            </a:extLst>
          </p:cNvPr>
          <p:cNvSpPr>
            <a:spLocks noGrp="1"/>
          </p:cNvSpPr>
          <p:nvPr>
            <p:ph type="title"/>
          </p:nvPr>
        </p:nvSpPr>
        <p:spPr/>
        <p:txBody>
          <a:bodyPr/>
          <a:lstStyle/>
          <a:p>
            <a:pPr algn="l"/>
            <a:r>
              <a:rPr lang="en-US">
                <a:latin typeface="Franklin Gothic Demi" panose="020B0703020102020204" pitchFamily="34" charset="0"/>
              </a:rPr>
              <a:t>The Problem with OLS</a:t>
            </a:r>
          </a:p>
        </p:txBody>
      </p:sp>
      <p:sp>
        <p:nvSpPr>
          <p:cNvPr id="3" name="Content Placeholder 2">
            <a:extLst>
              <a:ext uri="{FF2B5EF4-FFF2-40B4-BE49-F238E27FC236}">
                <a16:creationId xmlns:a16="http://schemas.microsoft.com/office/drawing/2014/main" id="{29E51602-BA7B-1A96-A72B-C88BFC3D405C}"/>
              </a:ext>
            </a:extLst>
          </p:cNvPr>
          <p:cNvSpPr>
            <a:spLocks noGrp="1"/>
          </p:cNvSpPr>
          <p:nvPr>
            <p:ph idx="1"/>
          </p:nvPr>
        </p:nvSpPr>
        <p:spPr/>
        <p:txBody>
          <a:bodyPr/>
          <a:lstStyle/>
          <a:p>
            <a:pPr marL="0" indent="0">
              <a:buNone/>
            </a:pPr>
            <a:r>
              <a:rPr lang="en-US"/>
              <a:t>OLS assumptions violated:</a:t>
            </a:r>
          </a:p>
          <a:p>
            <a:pPr>
              <a:buFont typeface="Arial" panose="020B0604020202020204" pitchFamily="34" charset="0"/>
              <a:buChar char="•"/>
            </a:pPr>
            <a:r>
              <a:rPr lang="en-US"/>
              <a:t>Normality</a:t>
            </a:r>
          </a:p>
        </p:txBody>
      </p:sp>
    </p:spTree>
    <p:extLst>
      <p:ext uri="{BB962C8B-B14F-4D97-AF65-F5344CB8AC3E}">
        <p14:creationId xmlns:p14="http://schemas.microsoft.com/office/powerpoint/2010/main" val="4260825239"/>
      </p:ext>
    </p:extLst>
  </p:cSld>
  <p:clrMapOvr>
    <a:masterClrMapping/>
  </p:clrMapOvr>
  <p:extLst>
    <p:ext uri="{6950BFC3-D8DA-4A85-94F7-54DA5524770B}">
      <p188:commentRel xmlns:p188="http://schemas.microsoft.com/office/powerpoint/2018/8/main" r:id="rId3"/>
    </p:ext>
  </p:extLs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a:latin typeface="Franklin Gothic Demi" panose="020B0703020102020204" pitchFamily="34" charset="0"/>
              </a:rPr>
              <a:t>Alternatives to OLS</a:t>
            </a:r>
          </a:p>
        </p:txBody>
      </p:sp>
      <p:sp>
        <p:nvSpPr>
          <p:cNvPr id="3" name="Content Placeholder 2"/>
          <p:cNvSpPr>
            <a:spLocks noGrp="1"/>
          </p:cNvSpPr>
          <p:nvPr>
            <p:ph idx="1"/>
          </p:nvPr>
        </p:nvSpPr>
        <p:spPr/>
        <p:txBody>
          <a:bodyPr/>
          <a:lstStyle/>
          <a:p>
            <a:pPr marL="0" indent="0">
              <a:buNone/>
            </a:pPr>
            <a:r>
              <a:t>Better methods:</a:t>
            </a:r>
          </a:p>
          <a:p>
            <a:r>
              <a:t>GLM</a:t>
            </a:r>
          </a:p>
          <a:p>
            <a:r>
              <a:t>Two-Part Models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7CEE9-3D19-0592-30A4-AB1A738517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51110E-D4DB-AB8B-2871-5F3284CFA3ED}"/>
              </a:ext>
            </a:extLst>
          </p:cNvPr>
          <p:cNvSpPr>
            <a:spLocks noGrp="1"/>
          </p:cNvSpPr>
          <p:nvPr>
            <p:ph type="title"/>
          </p:nvPr>
        </p:nvSpPr>
        <p:spPr/>
        <p:txBody>
          <a:bodyPr/>
          <a:lstStyle/>
          <a:p>
            <a:pPr algn="l"/>
            <a:r>
              <a:rPr lang="en-US">
                <a:latin typeface="Franklin Gothic Demi" panose="020B0703020102020204" pitchFamily="34" charset="0"/>
              </a:rPr>
              <a:t>Difference-in-Differences</a:t>
            </a:r>
            <a:endParaRPr>
              <a:latin typeface="Franklin Gothic Demi" panose="020B0703020102020204" pitchFamily="34" charset="0"/>
            </a:endParaRPr>
          </a:p>
        </p:txBody>
      </p:sp>
      <p:sp>
        <p:nvSpPr>
          <p:cNvPr id="3" name="Content Placeholder 2">
            <a:extLst>
              <a:ext uri="{FF2B5EF4-FFF2-40B4-BE49-F238E27FC236}">
                <a16:creationId xmlns:a16="http://schemas.microsoft.com/office/drawing/2014/main" id="{B2FC71AF-9760-9F05-A119-5D75D414F187}"/>
              </a:ext>
            </a:extLst>
          </p:cNvPr>
          <p:cNvSpPr>
            <a:spLocks noGrp="1"/>
          </p:cNvSpPr>
          <p:nvPr>
            <p:ph idx="1"/>
          </p:nvPr>
        </p:nvSpPr>
        <p:spPr>
          <a:xfrm>
            <a:off x="609600" y="1600201"/>
            <a:ext cx="10972800" cy="4983161"/>
          </a:xfrm>
        </p:spPr>
        <p:txBody>
          <a:bodyPr>
            <a:normAutofit fontScale="92500" lnSpcReduction="10000"/>
          </a:bodyPr>
          <a:lstStyle/>
          <a:p>
            <a:r>
              <a:rPr lang="en-US"/>
              <a:t>Considered by many to be most important strategy in applied economics</a:t>
            </a:r>
          </a:p>
          <a:p>
            <a:r>
              <a:rPr lang="en-US"/>
              <a:t>Changes in mean spending compared with mean changes in a control group (often with some sort of risk adjustment), with the latter representing expected outcome had the project not been implemented</a:t>
            </a:r>
          </a:p>
          <a:p>
            <a:r>
              <a:rPr lang="en-US"/>
              <a:t>Treatment effect captured by one interaction term, the </a:t>
            </a:r>
            <a:r>
              <a:rPr lang="en-US" b="1" i="1"/>
              <a:t>difference-in-differences estimator</a:t>
            </a:r>
            <a:r>
              <a:rPr lang="en-US"/>
              <a:t>: the indicator for treatment (treated vs control) by the post-treatment time indicator (e.g., pre vs post)</a:t>
            </a:r>
          </a:p>
          <a:p>
            <a:pPr lvl="1">
              <a:buFont typeface="Arial" panose="020B0604020202020204" pitchFamily="34" charset="0"/>
              <a:buChar char="•"/>
            </a:pPr>
            <a:r>
              <a:rPr lang="en-US"/>
              <a:t>This is the variable of interest in my study</a:t>
            </a:r>
          </a:p>
          <a:p>
            <a:pPr>
              <a:buFont typeface="Arial" panose="020B0604020202020204" pitchFamily="34" charset="0"/>
              <a:buChar char="•"/>
            </a:pPr>
            <a:r>
              <a:rPr lang="en-US"/>
              <a:t>“Treatment effect on the treated” is often reported in such studies</a:t>
            </a:r>
          </a:p>
        </p:txBody>
      </p:sp>
    </p:spTree>
    <p:extLst>
      <p:ext uri="{BB962C8B-B14F-4D97-AF65-F5344CB8AC3E}">
        <p14:creationId xmlns:p14="http://schemas.microsoft.com/office/powerpoint/2010/main" val="41555618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9B7CEE9-3D19-0592-30A4-AB1A738517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51110E-D4DB-AB8B-2871-5F3284CFA3ED}"/>
              </a:ext>
            </a:extLst>
          </p:cNvPr>
          <p:cNvSpPr>
            <a:spLocks noGrp="1"/>
          </p:cNvSpPr>
          <p:nvPr>
            <p:ph type="title"/>
          </p:nvPr>
        </p:nvSpPr>
        <p:spPr/>
        <p:txBody>
          <a:bodyPr/>
          <a:lstStyle/>
          <a:p>
            <a:pPr algn="l"/>
            <a:r>
              <a:rPr lang="en-US">
                <a:latin typeface="Franklin Gothic Demi" panose="020B0703020102020204" pitchFamily="34" charset="0"/>
              </a:rPr>
              <a:t>Difference-in-Differences: Example</a:t>
            </a:r>
            <a:endParaRPr>
              <a:latin typeface="Franklin Gothic Demi" panose="020B0703020102020204" pitchFamily="34" charset="0"/>
            </a:endParaRPr>
          </a:p>
        </p:txBody>
      </p:sp>
      <p:pic>
        <p:nvPicPr>
          <p:cNvPr id="9" name="Picture 8">
            <a:extLst>
              <a:ext uri="{FF2B5EF4-FFF2-40B4-BE49-F238E27FC236}">
                <a16:creationId xmlns:a16="http://schemas.microsoft.com/office/drawing/2014/main" id="{D49CBF76-A6D7-44D7-835B-9D7E7D0A625C}"/>
              </a:ext>
            </a:extLst>
          </p:cNvPr>
          <p:cNvPicPr>
            <a:picLocks noChangeAspect="1"/>
          </p:cNvPicPr>
          <p:nvPr/>
        </p:nvPicPr>
        <p:blipFill>
          <a:blip r:embed="rId3"/>
          <a:stretch>
            <a:fillRect/>
          </a:stretch>
        </p:blipFill>
        <p:spPr>
          <a:xfrm>
            <a:off x="2155521" y="1308414"/>
            <a:ext cx="7880957" cy="5182183"/>
          </a:xfrm>
          <a:prstGeom prst="rect">
            <a:avLst/>
          </a:prstGeom>
        </p:spPr>
      </p:pic>
    </p:spTree>
    <p:extLst>
      <p:ext uri="{BB962C8B-B14F-4D97-AF65-F5344CB8AC3E}">
        <p14:creationId xmlns:p14="http://schemas.microsoft.com/office/powerpoint/2010/main" val="22092163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9B7CEE9-3D19-0592-30A4-AB1A738517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51110E-D4DB-AB8B-2871-5F3284CFA3ED}"/>
              </a:ext>
            </a:extLst>
          </p:cNvPr>
          <p:cNvSpPr>
            <a:spLocks noGrp="1"/>
          </p:cNvSpPr>
          <p:nvPr>
            <p:ph type="title"/>
          </p:nvPr>
        </p:nvSpPr>
        <p:spPr/>
        <p:txBody>
          <a:bodyPr/>
          <a:lstStyle/>
          <a:p>
            <a:pPr algn="l"/>
            <a:r>
              <a:rPr lang="en-US">
                <a:latin typeface="Franklin Gothic Demi" panose="020B0703020102020204" pitchFamily="34" charset="0"/>
              </a:rPr>
              <a:t>Difference-in-Differences</a:t>
            </a:r>
            <a:endParaRPr>
              <a:latin typeface="Franklin Gothic Demi" panose="020B0703020102020204" pitchFamily="34" charset="0"/>
            </a:endParaRPr>
          </a:p>
        </p:txBody>
      </p:sp>
      <p:sp>
        <p:nvSpPr>
          <p:cNvPr id="4" name="Content Placeholder 2">
            <a:extLst>
              <a:ext uri="{FF2B5EF4-FFF2-40B4-BE49-F238E27FC236}">
                <a16:creationId xmlns:a16="http://schemas.microsoft.com/office/drawing/2014/main" id="{B64A999C-23E8-45BD-B036-C6D1D2126E28}"/>
              </a:ext>
            </a:extLst>
          </p:cNvPr>
          <p:cNvSpPr>
            <a:spLocks noGrp="1"/>
          </p:cNvSpPr>
          <p:nvPr>
            <p:ph idx="1"/>
          </p:nvPr>
        </p:nvSpPr>
        <p:spPr>
          <a:xfrm>
            <a:off x="609600" y="1600201"/>
            <a:ext cx="10972800" cy="4983161"/>
          </a:xfrm>
        </p:spPr>
        <p:txBody>
          <a:bodyPr>
            <a:normAutofit fontScale="77500" lnSpcReduction="20000"/>
          </a:bodyPr>
          <a:lstStyle/>
          <a:p>
            <a:r>
              <a:rPr lang="en-US"/>
              <a:t>Strengths</a:t>
            </a:r>
          </a:p>
          <a:p>
            <a:pPr lvl="1">
              <a:buFont typeface="Arial" panose="020B0604020202020204" pitchFamily="34" charset="0"/>
              <a:buChar char="•"/>
            </a:pPr>
            <a:r>
              <a:rPr lang="en-US"/>
              <a:t>Allows researchers to adjust for unobserved, time-invariant confounders and to estimate treatment effects in quasi-experimental settings (or where randomization not feasible)</a:t>
            </a:r>
          </a:p>
          <a:p>
            <a:pPr lvl="1">
              <a:buFont typeface="Arial" panose="020B0604020202020204" pitchFamily="34" charset="0"/>
              <a:buChar char="•"/>
            </a:pPr>
            <a:r>
              <a:rPr lang="en-US"/>
              <a:t>Particularly useful where only a subset of population and pre/post intervention data available for both treated and control groups</a:t>
            </a:r>
          </a:p>
          <a:p>
            <a:r>
              <a:rPr lang="en-US"/>
              <a:t>Limitations</a:t>
            </a:r>
          </a:p>
          <a:p>
            <a:pPr lvl="1">
              <a:buFont typeface="Arial" panose="020B0604020202020204" pitchFamily="34" charset="0"/>
              <a:buChar char="•"/>
            </a:pPr>
            <a:r>
              <a:rPr lang="en-US"/>
              <a:t>Validity hinges on parallel trends assumption</a:t>
            </a:r>
          </a:p>
          <a:p>
            <a:pPr lvl="1">
              <a:buFont typeface="Arial" panose="020B0604020202020204" pitchFamily="34" charset="0"/>
              <a:buChar char="•"/>
            </a:pPr>
            <a:r>
              <a:rPr lang="en-US"/>
              <a:t>In non-linear models, interpretation of interaction terms can become more complex as treatment effects may vary across individuals depending on covariate profiles</a:t>
            </a:r>
          </a:p>
          <a:p>
            <a:pPr lvl="1">
              <a:buFont typeface="Arial" panose="020B0604020202020204" pitchFamily="34" charset="0"/>
              <a:buChar char="•"/>
            </a:pPr>
            <a:r>
              <a:rPr lang="en-US"/>
              <a:t>Can be sensitive where skewness and heteroskedasticity are common</a:t>
            </a:r>
          </a:p>
          <a:p>
            <a:pPr>
              <a:buFont typeface="Arial" panose="020B0604020202020204" pitchFamily="34" charset="0"/>
              <a:buChar char="•"/>
            </a:pPr>
            <a:r>
              <a:rPr lang="en-US"/>
              <a:t>Methodological complexities motivating the </a:t>
            </a:r>
            <a:r>
              <a:rPr lang="en-US" b="1"/>
              <a:t>need for simulation-based evaluations of estimator performance </a:t>
            </a:r>
            <a:r>
              <a:rPr lang="en-US"/>
              <a:t>under realistic conditions (such as this study)</a:t>
            </a:r>
          </a:p>
        </p:txBody>
      </p:sp>
    </p:spTree>
    <p:extLst>
      <p:ext uri="{BB962C8B-B14F-4D97-AF65-F5344CB8AC3E}">
        <p14:creationId xmlns:p14="http://schemas.microsoft.com/office/powerpoint/2010/main" val="38511329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a:latin typeface="Franklin Gothic Demi" panose="020B0703020102020204" pitchFamily="34" charset="0"/>
              </a:rPr>
              <a:t>Common Approaches to Handling Skew</a:t>
            </a:r>
            <a:endParaRPr>
              <a:latin typeface="Franklin Gothic Demi" panose="020B0703020102020204" pitchFamily="34" charset="0"/>
            </a:endParaRPr>
          </a:p>
        </p:txBody>
      </p:sp>
      <p:sp>
        <p:nvSpPr>
          <p:cNvPr id="3" name="Content Placeholder 2"/>
          <p:cNvSpPr>
            <a:spLocks noGrp="1"/>
          </p:cNvSpPr>
          <p:nvPr>
            <p:ph idx="1"/>
          </p:nvPr>
        </p:nvSpPr>
        <p:spPr/>
        <p:txBody>
          <a:bodyPr>
            <a:normAutofit fontScale="77500" lnSpcReduction="20000"/>
          </a:bodyPr>
          <a:lstStyle/>
          <a:p>
            <a:pPr>
              <a:buFont typeface="Arial" panose="020B0604020202020204" pitchFamily="34" charset="0"/>
              <a:buChar char="•"/>
            </a:pPr>
            <a:r>
              <a:rPr lang="en-US"/>
              <a:t>Data </a:t>
            </a:r>
            <a:r>
              <a:t>Transformation</a:t>
            </a:r>
            <a:endParaRPr lang="en-US"/>
          </a:p>
          <a:p>
            <a:pPr lvl="1">
              <a:buFont typeface="Arial" panose="020B0604020202020204" pitchFamily="34" charset="0"/>
              <a:buChar char="•"/>
            </a:pPr>
            <a:r>
              <a:rPr lang="en-US"/>
              <a:t>Power Transformations (Box-Cox Transformations)</a:t>
            </a:r>
          </a:p>
          <a:p>
            <a:pPr lvl="1">
              <a:buFont typeface="Arial" panose="020B0604020202020204" pitchFamily="34" charset="0"/>
              <a:buChar char="•"/>
            </a:pPr>
            <a:r>
              <a:rPr lang="en-US"/>
              <a:t>Log Transformation</a:t>
            </a:r>
            <a:endParaRPr/>
          </a:p>
          <a:p>
            <a:pPr>
              <a:buFont typeface="Arial" panose="020B0604020202020204" pitchFamily="34" charset="0"/>
              <a:buChar char="•"/>
            </a:pPr>
            <a:r>
              <a:rPr lang="en-US"/>
              <a:t>Data Treatment</a:t>
            </a:r>
          </a:p>
          <a:p>
            <a:pPr lvl="1">
              <a:buFont typeface="Arial" panose="020B0604020202020204" pitchFamily="34" charset="0"/>
              <a:buChar char="•"/>
            </a:pPr>
            <a:r>
              <a:t>Truncation</a:t>
            </a:r>
            <a:endParaRPr lang="en-US"/>
          </a:p>
          <a:p>
            <a:pPr lvl="1">
              <a:buFont typeface="Arial" panose="020B0604020202020204" pitchFamily="34" charset="0"/>
              <a:buChar char="•"/>
            </a:pPr>
            <a:r>
              <a:rPr lang="en-US"/>
              <a:t>Winsorization</a:t>
            </a:r>
          </a:p>
          <a:p>
            <a:pPr lvl="1">
              <a:buFont typeface="Arial" panose="020B0604020202020204" pitchFamily="34" charset="0"/>
              <a:buChar char="•"/>
            </a:pPr>
            <a:r>
              <a:rPr lang="en-US"/>
              <a:t>Top-coding</a:t>
            </a:r>
            <a:endParaRPr/>
          </a:p>
          <a:p>
            <a:pPr>
              <a:buFont typeface="Arial" panose="020B0604020202020204" pitchFamily="34" charset="0"/>
              <a:buChar char="•"/>
            </a:pPr>
            <a:r>
              <a:rPr lang="en-US"/>
              <a:t>Modeling</a:t>
            </a:r>
          </a:p>
          <a:p>
            <a:pPr marL="0" indent="0">
              <a:buNone/>
            </a:pPr>
            <a:endParaRPr lang="en-US"/>
          </a:p>
          <a:p>
            <a:pPr marL="0" indent="0">
              <a:buNone/>
            </a:pPr>
            <a:r>
              <a:rPr lang="en-US" sz="4100"/>
              <a:t>In practice, research uses a combination of modeling and transformation to address the multifactorial issues encountered in HCE data. (Empirical data)</a:t>
            </a:r>
            <a:endParaRPr sz="4100"/>
          </a:p>
        </p:txBody>
      </p:sp>
    </p:spTree>
    <p:extLst>
      <p:ext uri="{BB962C8B-B14F-4D97-AF65-F5344CB8AC3E}">
        <p14:creationId xmlns:p14="http://schemas.microsoft.com/office/powerpoint/2010/main" val="42219471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7CEE9-3D19-0592-30A4-AB1A738517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51110E-D4DB-AB8B-2871-5F3284CFA3ED}"/>
              </a:ext>
            </a:extLst>
          </p:cNvPr>
          <p:cNvSpPr>
            <a:spLocks noGrp="1"/>
          </p:cNvSpPr>
          <p:nvPr>
            <p:ph type="title"/>
          </p:nvPr>
        </p:nvSpPr>
        <p:spPr/>
        <p:txBody>
          <a:bodyPr/>
          <a:lstStyle/>
          <a:p>
            <a:pPr algn="l"/>
            <a:r>
              <a:rPr lang="en-US">
                <a:latin typeface="Franklin Gothic Demi" panose="020B0703020102020204" pitchFamily="34" charset="0"/>
              </a:rPr>
              <a:t>Purpose of the Study</a:t>
            </a:r>
            <a:endParaRPr>
              <a:latin typeface="Franklin Gothic Demi" panose="020B0703020102020204" pitchFamily="34" charset="0"/>
            </a:endParaRPr>
          </a:p>
        </p:txBody>
      </p:sp>
      <p:sp>
        <p:nvSpPr>
          <p:cNvPr id="4" name="Content Placeholder 2">
            <a:extLst>
              <a:ext uri="{FF2B5EF4-FFF2-40B4-BE49-F238E27FC236}">
                <a16:creationId xmlns:a16="http://schemas.microsoft.com/office/drawing/2014/main" id="{B64A999C-23E8-45BD-B036-C6D1D2126E28}"/>
              </a:ext>
            </a:extLst>
          </p:cNvPr>
          <p:cNvSpPr>
            <a:spLocks noGrp="1"/>
          </p:cNvSpPr>
          <p:nvPr>
            <p:ph idx="1"/>
          </p:nvPr>
        </p:nvSpPr>
        <p:spPr>
          <a:xfrm>
            <a:off x="609600" y="1600201"/>
            <a:ext cx="10972800" cy="4983161"/>
          </a:xfrm>
        </p:spPr>
        <p:txBody>
          <a:bodyPr>
            <a:normAutofit fontScale="92500"/>
          </a:bodyPr>
          <a:lstStyle/>
          <a:p>
            <a:r>
              <a:rPr lang="en-US"/>
              <a:t>To evaluate how different treatments of extreme values influence the performance of a </a:t>
            </a:r>
            <a:r>
              <a:rPr lang="en-US" b="1"/>
              <a:t>two-part model </a:t>
            </a:r>
            <a:r>
              <a:rPr lang="en-US"/>
              <a:t>with a generalized linear model in the second part in the context of HCE data.</a:t>
            </a:r>
          </a:p>
          <a:p>
            <a:r>
              <a:rPr lang="en-US"/>
              <a:t>Compare three top-coding strategies under range of simulated conditions to determine which method yields most accurate, reliable estimate of the treatment effect (beta_3) in second part of TPM:</a:t>
            </a:r>
          </a:p>
          <a:p>
            <a:pPr lvl="1">
              <a:buFont typeface="Arial" panose="020B0604020202020204" pitchFamily="34" charset="0"/>
              <a:buChar char="•"/>
            </a:pPr>
            <a:r>
              <a:rPr lang="en-US"/>
              <a:t>Standard top-coding</a:t>
            </a:r>
          </a:p>
          <a:p>
            <a:pPr lvl="1">
              <a:buFont typeface="Arial" panose="020B0604020202020204" pitchFamily="34" charset="0"/>
              <a:buChar char="•"/>
            </a:pPr>
            <a:r>
              <a:rPr lang="en-US"/>
              <a:t>mean-preserved top-coding</a:t>
            </a:r>
          </a:p>
          <a:p>
            <a:pPr lvl="1">
              <a:buFont typeface="Arial" panose="020B0604020202020204" pitchFamily="34" charset="0"/>
              <a:buChar char="•"/>
            </a:pPr>
            <a:r>
              <a:rPr lang="en-US"/>
              <a:t>Median-preserved top-coding</a:t>
            </a:r>
          </a:p>
        </p:txBody>
      </p:sp>
    </p:spTree>
    <p:extLst>
      <p:ext uri="{BB962C8B-B14F-4D97-AF65-F5344CB8AC3E}">
        <p14:creationId xmlns:p14="http://schemas.microsoft.com/office/powerpoint/2010/main" val="27295799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A0D55-77F2-A3D1-6C00-69AFC00943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5C5334-DB1A-C472-0A56-1B1D6C23C89F}"/>
              </a:ext>
            </a:extLst>
          </p:cNvPr>
          <p:cNvSpPr>
            <a:spLocks noGrp="1"/>
          </p:cNvSpPr>
          <p:nvPr>
            <p:ph type="title"/>
          </p:nvPr>
        </p:nvSpPr>
        <p:spPr/>
        <p:txBody>
          <a:bodyPr/>
          <a:lstStyle/>
          <a:p>
            <a:pPr algn="l"/>
            <a:r>
              <a:rPr lang="en-US">
                <a:latin typeface="Franklin Gothic Demi" panose="020B0703020102020204" pitchFamily="34" charset="0"/>
              </a:rPr>
              <a:t>Two-Part Model</a:t>
            </a:r>
            <a:endParaRPr>
              <a:latin typeface="Franklin Gothic Demi" panose="020B0703020102020204" pitchFamily="34" charset="0"/>
            </a:endParaRPr>
          </a:p>
        </p:txBody>
      </p:sp>
      <p:sp>
        <p:nvSpPr>
          <p:cNvPr id="4" name="Content Placeholder 2">
            <a:extLst>
              <a:ext uri="{FF2B5EF4-FFF2-40B4-BE49-F238E27FC236}">
                <a16:creationId xmlns:a16="http://schemas.microsoft.com/office/drawing/2014/main" id="{BA5E5E96-B6A1-0990-2275-75BE81B93E17}"/>
              </a:ext>
            </a:extLst>
          </p:cNvPr>
          <p:cNvSpPr>
            <a:spLocks noGrp="1"/>
          </p:cNvSpPr>
          <p:nvPr>
            <p:ph idx="1"/>
          </p:nvPr>
        </p:nvSpPr>
        <p:spPr>
          <a:xfrm>
            <a:off x="609600" y="1600201"/>
            <a:ext cx="10972800" cy="4983161"/>
          </a:xfrm>
        </p:spPr>
        <p:txBody>
          <a:bodyPr>
            <a:normAutofit/>
          </a:bodyPr>
          <a:lstStyle/>
          <a:p>
            <a:r>
              <a:rPr lang="en-US"/>
              <a:t>Description</a:t>
            </a:r>
          </a:p>
        </p:txBody>
      </p:sp>
    </p:spTree>
    <p:extLst>
      <p:ext uri="{BB962C8B-B14F-4D97-AF65-F5344CB8AC3E}">
        <p14:creationId xmlns:p14="http://schemas.microsoft.com/office/powerpoint/2010/main" val="134285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784C41-2876-C0A1-06FE-2BD5439EA6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221EE3-DF6A-CE80-641E-E26DF4145F68}"/>
              </a:ext>
            </a:extLst>
          </p:cNvPr>
          <p:cNvSpPr>
            <a:spLocks noGrp="1"/>
          </p:cNvSpPr>
          <p:nvPr>
            <p:ph type="title"/>
          </p:nvPr>
        </p:nvSpPr>
        <p:spPr/>
        <p:txBody>
          <a:bodyPr/>
          <a:lstStyle/>
          <a:p>
            <a:pPr algn="l"/>
            <a:r>
              <a:rPr lang="en-US">
                <a:latin typeface="Franklin Gothic Demi" panose="020B0703020102020204" pitchFamily="34" charset="0"/>
              </a:rPr>
              <a:t>Two-Part Model</a:t>
            </a:r>
            <a:endParaRPr>
              <a:latin typeface="Franklin Gothic Demi" panose="020B0703020102020204" pitchFamily="34" charset="0"/>
            </a:endParaRPr>
          </a:p>
        </p:txBody>
      </p:sp>
      <p:sp>
        <p:nvSpPr>
          <p:cNvPr id="4" name="Content Placeholder 2">
            <a:extLst>
              <a:ext uri="{FF2B5EF4-FFF2-40B4-BE49-F238E27FC236}">
                <a16:creationId xmlns:a16="http://schemas.microsoft.com/office/drawing/2014/main" id="{165F1F5D-9FED-3E8F-865B-61D5F5ED25BC}"/>
              </a:ext>
            </a:extLst>
          </p:cNvPr>
          <p:cNvSpPr>
            <a:spLocks noGrp="1"/>
          </p:cNvSpPr>
          <p:nvPr>
            <p:ph idx="1"/>
          </p:nvPr>
        </p:nvSpPr>
        <p:spPr>
          <a:xfrm>
            <a:off x="609600" y="1600201"/>
            <a:ext cx="10972800" cy="4983161"/>
          </a:xfrm>
        </p:spPr>
        <p:txBody>
          <a:bodyPr>
            <a:normAutofit/>
          </a:bodyPr>
          <a:lstStyle/>
          <a:p>
            <a:r>
              <a:rPr lang="en-US"/>
              <a:t>Equation with DiD</a:t>
            </a:r>
          </a:p>
        </p:txBody>
      </p:sp>
    </p:spTree>
    <p:extLst>
      <p:ext uri="{BB962C8B-B14F-4D97-AF65-F5344CB8AC3E}">
        <p14:creationId xmlns:p14="http://schemas.microsoft.com/office/powerpoint/2010/main" val="16855333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3953DD-3E36-EF8F-B8DC-4011F2F5F0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145FD6-B390-DAC7-91B7-159E57B58A6F}"/>
              </a:ext>
            </a:extLst>
          </p:cNvPr>
          <p:cNvSpPr>
            <a:spLocks noGrp="1"/>
          </p:cNvSpPr>
          <p:nvPr>
            <p:ph type="title"/>
          </p:nvPr>
        </p:nvSpPr>
        <p:spPr/>
        <p:txBody>
          <a:bodyPr/>
          <a:lstStyle/>
          <a:p>
            <a:pPr algn="l"/>
            <a:r>
              <a:rPr lang="en-US">
                <a:latin typeface="Franklin Gothic Demi" panose="020B0703020102020204" pitchFamily="34" charset="0"/>
              </a:rPr>
              <a:t>Top-Coding Strategies</a:t>
            </a:r>
            <a:endParaRPr>
              <a:latin typeface="Franklin Gothic Demi" panose="020B0703020102020204" pitchFamily="34" charset="0"/>
            </a:endParaRPr>
          </a:p>
        </p:txBody>
      </p:sp>
      <p:sp>
        <p:nvSpPr>
          <p:cNvPr id="4" name="Content Placeholder 2">
            <a:extLst>
              <a:ext uri="{FF2B5EF4-FFF2-40B4-BE49-F238E27FC236}">
                <a16:creationId xmlns:a16="http://schemas.microsoft.com/office/drawing/2014/main" id="{BF23A31F-AA52-067C-5A23-EC75954B7FDD}"/>
              </a:ext>
            </a:extLst>
          </p:cNvPr>
          <p:cNvSpPr>
            <a:spLocks noGrp="1"/>
          </p:cNvSpPr>
          <p:nvPr>
            <p:ph idx="1"/>
          </p:nvPr>
        </p:nvSpPr>
        <p:spPr>
          <a:xfrm>
            <a:off x="609600" y="1600201"/>
            <a:ext cx="10972800" cy="4983161"/>
          </a:xfrm>
        </p:spPr>
        <p:txBody>
          <a:bodyPr>
            <a:normAutofit/>
          </a:bodyPr>
          <a:lstStyle/>
          <a:p>
            <a:r>
              <a:rPr lang="en-US"/>
              <a:t>Brief, big-picture</a:t>
            </a:r>
          </a:p>
        </p:txBody>
      </p:sp>
    </p:spTree>
    <p:extLst>
      <p:ext uri="{BB962C8B-B14F-4D97-AF65-F5344CB8AC3E}">
        <p14:creationId xmlns:p14="http://schemas.microsoft.com/office/powerpoint/2010/main" val="12188321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Simulation Design Overview</a:t>
            </a:r>
          </a:p>
        </p:txBody>
      </p:sp>
      <p:sp>
        <p:nvSpPr>
          <p:cNvPr id="3" name="Content Placeholder 2"/>
          <p:cNvSpPr>
            <a:spLocks noGrp="1"/>
          </p:cNvSpPr>
          <p:nvPr>
            <p:ph idx="1"/>
          </p:nvPr>
        </p:nvSpPr>
        <p:spPr/>
        <p:txBody>
          <a:bodyPr/>
          <a:lstStyle/>
          <a:p>
            <a:r>
              <a:t>Factorial design:</a:t>
            </a:r>
          </a:p>
          <a:p>
            <a:r>
              <a:t>- Sample sizes</a:t>
            </a:r>
          </a:p>
          <a:p>
            <a:r>
              <a:t>- Magnitude</a:t>
            </a:r>
          </a:p>
          <a:p>
            <a:r>
              <a:t>- Proportion</a:t>
            </a:r>
          </a:p>
          <a:p>
            <a:r>
              <a:t>- Treatments</a:t>
            </a:r>
          </a:p>
        </p:txBody>
      </p:sp>
      <p:sp>
        <p:nvSpPr>
          <p:cNvPr id="4" name="TextBox 3"/>
          <p:cNvSpPr txBox="1"/>
          <p:nvPr/>
        </p:nvSpPr>
        <p:spPr>
          <a:xfrm>
            <a:off x="6096001" y="1828800"/>
            <a:ext cx="6467283" cy="1477328"/>
          </a:xfrm>
          <a:prstGeom prst="rect">
            <a:avLst/>
          </a:prstGeom>
          <a:noFill/>
        </p:spPr>
        <p:txBody>
          <a:bodyPr wrap="none">
            <a:spAutoFit/>
          </a:bodyPr>
          <a:lstStyle/>
          <a:p>
            <a:r>
              <a:t>Simulation Design:</a:t>
            </a:r>
          </a:p>
          <a:p>
            <a:r>
              <a:t>- Sample sizes: 250, 1000, 3000</a:t>
            </a:r>
          </a:p>
          <a:p>
            <a:r>
              <a:t>- Extreme value magnitude: $50K-$3M</a:t>
            </a:r>
          </a:p>
          <a:p>
            <a:r>
              <a:t>- Proportion: 1%, 5%, 10%</a:t>
            </a:r>
          </a:p>
          <a:p>
            <a:r>
              <a:t>- Treatments: Raw, Top-coded, Mean-preserved, Median-preserved</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7CEE9-3D19-0592-30A4-AB1A738517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51110E-D4DB-AB8B-2871-5F3284CFA3ED}"/>
              </a:ext>
            </a:extLst>
          </p:cNvPr>
          <p:cNvSpPr>
            <a:spLocks noGrp="1"/>
          </p:cNvSpPr>
          <p:nvPr>
            <p:ph type="title"/>
          </p:nvPr>
        </p:nvSpPr>
        <p:spPr/>
        <p:txBody>
          <a:bodyPr/>
          <a:lstStyle/>
          <a:p>
            <a:pPr algn="l"/>
            <a:r>
              <a:rPr lang="en-US">
                <a:latin typeface="Franklin Gothic Demi" panose="020B0703020102020204" pitchFamily="34" charset="0"/>
              </a:rPr>
              <a:t>Research Questions</a:t>
            </a:r>
            <a:endParaRPr>
              <a:latin typeface="Franklin Gothic Demi" panose="020B0703020102020204" pitchFamily="34" charset="0"/>
            </a:endParaRPr>
          </a:p>
        </p:txBody>
      </p:sp>
      <p:graphicFrame>
        <p:nvGraphicFramePr>
          <p:cNvPr id="6" name="Object 5">
            <a:extLst>
              <a:ext uri="{FF2B5EF4-FFF2-40B4-BE49-F238E27FC236}">
                <a16:creationId xmlns:a16="http://schemas.microsoft.com/office/drawing/2014/main" id="{642E130C-6B0A-4265-8BE4-B38309259F5B}"/>
              </a:ext>
            </a:extLst>
          </p:cNvPr>
          <p:cNvGraphicFramePr>
            <a:graphicFrameLocks noChangeAspect="1"/>
          </p:cNvGraphicFramePr>
          <p:nvPr>
            <p:extLst>
              <p:ext uri="{D42A27DB-BD31-4B8C-83A1-F6EECF244321}">
                <p14:modId xmlns:p14="http://schemas.microsoft.com/office/powerpoint/2010/main" val="1973634393"/>
              </p:ext>
            </p:extLst>
          </p:nvPr>
        </p:nvGraphicFramePr>
        <p:xfrm>
          <a:off x="1152508" y="1417638"/>
          <a:ext cx="9886984" cy="5440362"/>
        </p:xfrm>
        <a:graphic>
          <a:graphicData uri="http://schemas.openxmlformats.org/presentationml/2006/ole">
            <mc:AlternateContent xmlns:mc="http://schemas.openxmlformats.org/markup-compatibility/2006">
              <mc:Choice xmlns:v="urn:schemas-microsoft-com:vml" Requires="v">
                <p:oleObj name="Document" r:id="rId3" imgW="5940848" imgH="3365058" progId="Word.Document.12">
                  <p:embed/>
                </p:oleObj>
              </mc:Choice>
              <mc:Fallback>
                <p:oleObj name="Document" r:id="rId3" imgW="5940848" imgH="3365058" progId="Word.Document.12">
                  <p:embed/>
                  <p:pic>
                    <p:nvPicPr>
                      <p:cNvPr id="6" name="Object 5">
                        <a:extLst>
                          <a:ext uri="{FF2B5EF4-FFF2-40B4-BE49-F238E27FC236}">
                            <a16:creationId xmlns:a16="http://schemas.microsoft.com/office/drawing/2014/main" id="{642E130C-6B0A-4265-8BE4-B38309259F5B}"/>
                          </a:ext>
                        </a:extLst>
                      </p:cNvPr>
                      <p:cNvPicPr/>
                      <p:nvPr/>
                    </p:nvPicPr>
                    <p:blipFill>
                      <a:blip r:embed="rId4"/>
                      <a:stretch>
                        <a:fillRect/>
                      </a:stretch>
                    </p:blipFill>
                    <p:spPr>
                      <a:xfrm>
                        <a:off x="1152508" y="1417638"/>
                        <a:ext cx="9886984" cy="5440362"/>
                      </a:xfrm>
                      <a:prstGeom prst="rect">
                        <a:avLst/>
                      </a:prstGeom>
                    </p:spPr>
                  </p:pic>
                </p:oleObj>
              </mc:Fallback>
            </mc:AlternateContent>
          </a:graphicData>
        </a:graphic>
      </p:graphicFrame>
    </p:spTree>
    <p:extLst>
      <p:ext uri="{BB962C8B-B14F-4D97-AF65-F5344CB8AC3E}">
        <p14:creationId xmlns:p14="http://schemas.microsoft.com/office/powerpoint/2010/main" val="9477531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a:latin typeface="Franklin Gothic Demi" panose="020B0703020102020204" pitchFamily="34" charset="0"/>
              </a:rPr>
              <a:t>Literature Review</a:t>
            </a:r>
          </a:p>
        </p:txBody>
      </p:sp>
      <p:sp>
        <p:nvSpPr>
          <p:cNvPr id="3" name="Content Placeholder 2"/>
          <p:cNvSpPr>
            <a:spLocks noGrp="1"/>
          </p:cNvSpPr>
          <p:nvPr>
            <p:ph idx="1"/>
          </p:nvPr>
        </p:nvSpPr>
        <p:spPr/>
        <p:txBody>
          <a:bodyPr/>
          <a:lstStyle/>
          <a:p>
            <a:pPr marL="0" indent="0">
              <a:buNone/>
            </a:pPr>
            <a:r>
              <a:rPr lang="en-US"/>
              <a:t>“Several recent papers have addressed these modeling issues from a variety of points of view (e.g., Mullahy, 1998, Manning, 1998, Blough et al., 1999, Angrist, 2001, Manning and Mullahy, 2001). To our knowledge, there is no general empirical approach that simultaneously “makes irrelevant” the decision to transform or not and the choice of two-part versus one-part modeling while also allowing for possibly complex interactions of explanatory variables on the outcome of interest.” (</a:t>
            </a:r>
            <a:r>
              <a:rPr lang="en-US" err="1"/>
              <a:t>Gilleskie</a:t>
            </a:r>
            <a:r>
              <a:rPr lang="en-US"/>
              <a:t> &amp; </a:t>
            </a:r>
            <a:r>
              <a:rPr lang="en-US" err="1"/>
              <a:t>Mroz</a:t>
            </a:r>
            <a:r>
              <a:rPr lang="en-US"/>
              <a:t>, 2004)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9B7CEE9-3D19-0592-30A4-AB1A738517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51110E-D4DB-AB8B-2871-5F3284CFA3ED}"/>
              </a:ext>
            </a:extLst>
          </p:cNvPr>
          <p:cNvSpPr>
            <a:spLocks noGrp="1"/>
          </p:cNvSpPr>
          <p:nvPr>
            <p:ph type="title"/>
          </p:nvPr>
        </p:nvSpPr>
        <p:spPr/>
        <p:txBody>
          <a:bodyPr/>
          <a:lstStyle/>
          <a:p>
            <a:pPr algn="l"/>
            <a:r>
              <a:rPr lang="en-US">
                <a:latin typeface="Franklin Gothic Demi" panose="020B0703020102020204" pitchFamily="34" charset="0"/>
              </a:rPr>
              <a:t>Purpose of the Study</a:t>
            </a:r>
            <a:endParaRPr>
              <a:latin typeface="Franklin Gothic Demi" panose="020B0703020102020204" pitchFamily="34" charset="0"/>
            </a:endParaRPr>
          </a:p>
        </p:txBody>
      </p:sp>
      <p:sp>
        <p:nvSpPr>
          <p:cNvPr id="4" name="Content Placeholder 2">
            <a:extLst>
              <a:ext uri="{FF2B5EF4-FFF2-40B4-BE49-F238E27FC236}">
                <a16:creationId xmlns:a16="http://schemas.microsoft.com/office/drawing/2014/main" id="{B64A999C-23E8-45BD-B036-C6D1D2126E28}"/>
              </a:ext>
            </a:extLst>
          </p:cNvPr>
          <p:cNvSpPr>
            <a:spLocks noGrp="1"/>
          </p:cNvSpPr>
          <p:nvPr>
            <p:ph idx="1"/>
          </p:nvPr>
        </p:nvSpPr>
        <p:spPr>
          <a:xfrm>
            <a:off x="609600" y="1600201"/>
            <a:ext cx="10972800" cy="4983161"/>
          </a:xfrm>
        </p:spPr>
        <p:txBody>
          <a:bodyPr>
            <a:normAutofit/>
          </a:bodyPr>
          <a:lstStyle/>
          <a:p>
            <a:r>
              <a:rPr lang="en-US"/>
              <a:t>By systematically evaluating these methods through simulation, the study aims to </a:t>
            </a:r>
            <a:r>
              <a:rPr lang="en-US" b="1"/>
              <a:t>provide practical guidance </a:t>
            </a:r>
            <a:r>
              <a:rPr lang="en-US"/>
              <a:t>for researchers modeling skewed, zero-inflated cost data and to </a:t>
            </a:r>
            <a:r>
              <a:rPr lang="en-US" b="1"/>
              <a:t>contribute to the broader methodological literature </a:t>
            </a:r>
            <a:r>
              <a:rPr lang="en-US"/>
              <a:t>on handling extreme values in health economics. </a:t>
            </a:r>
          </a:p>
          <a:p>
            <a:r>
              <a:rPr lang="en-US"/>
              <a:t>By complementing empirical analysis with simulation, the study provides a </a:t>
            </a:r>
            <a:r>
              <a:rPr lang="en-US" b="1"/>
              <a:t>more comprehensive understanding of methodological performance</a:t>
            </a:r>
            <a:r>
              <a:rPr lang="en-US"/>
              <a:t> across a range of plausible scenarios.</a:t>
            </a:r>
          </a:p>
        </p:txBody>
      </p:sp>
    </p:spTree>
    <p:extLst>
      <p:ext uri="{BB962C8B-B14F-4D97-AF65-F5344CB8AC3E}">
        <p14:creationId xmlns:p14="http://schemas.microsoft.com/office/powerpoint/2010/main" val="5155832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7CEE9-3D19-0592-30A4-AB1A738517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51110E-D4DB-AB8B-2871-5F3284CFA3ED}"/>
              </a:ext>
            </a:extLst>
          </p:cNvPr>
          <p:cNvSpPr>
            <a:spLocks noGrp="1"/>
          </p:cNvSpPr>
          <p:nvPr>
            <p:ph type="title"/>
          </p:nvPr>
        </p:nvSpPr>
        <p:spPr/>
        <p:txBody>
          <a:bodyPr/>
          <a:lstStyle/>
          <a:p>
            <a:pPr algn="l"/>
            <a:r>
              <a:rPr lang="en-US">
                <a:latin typeface="Franklin Gothic Demi" panose="020B0703020102020204" pitchFamily="34" charset="0"/>
              </a:rPr>
              <a:t>Methodological Component</a:t>
            </a:r>
            <a:endParaRPr>
              <a:latin typeface="Franklin Gothic Demi" panose="020B0703020102020204" pitchFamily="34" charset="0"/>
            </a:endParaRPr>
          </a:p>
        </p:txBody>
      </p:sp>
      <p:sp>
        <p:nvSpPr>
          <p:cNvPr id="4" name="Content Placeholder 2">
            <a:extLst>
              <a:ext uri="{FF2B5EF4-FFF2-40B4-BE49-F238E27FC236}">
                <a16:creationId xmlns:a16="http://schemas.microsoft.com/office/drawing/2014/main" id="{B64A999C-23E8-45BD-B036-C6D1D2126E28}"/>
              </a:ext>
            </a:extLst>
          </p:cNvPr>
          <p:cNvSpPr>
            <a:spLocks noGrp="1"/>
          </p:cNvSpPr>
          <p:nvPr>
            <p:ph idx="1"/>
          </p:nvPr>
        </p:nvSpPr>
        <p:spPr>
          <a:xfrm>
            <a:off x="609600" y="1600201"/>
            <a:ext cx="10972800" cy="4983161"/>
          </a:xfrm>
        </p:spPr>
        <p:txBody>
          <a:bodyPr>
            <a:normAutofit fontScale="92500" lnSpcReduction="20000"/>
          </a:bodyPr>
          <a:lstStyle/>
          <a:p>
            <a:r>
              <a:rPr lang="en-US"/>
              <a:t>Employs Monte Carlo simulation (500 replications)</a:t>
            </a:r>
          </a:p>
          <a:p>
            <a:r>
              <a:rPr lang="en-US"/>
              <a:t>Simulation design systematically varies three key factors</a:t>
            </a:r>
          </a:p>
          <a:p>
            <a:pPr lvl="1"/>
            <a:r>
              <a:rPr lang="en-US"/>
              <a:t>Sample Size</a:t>
            </a:r>
          </a:p>
          <a:p>
            <a:pPr lvl="1"/>
            <a:r>
              <a:rPr lang="en-US"/>
              <a:t>Proportion of Extreme Values</a:t>
            </a:r>
          </a:p>
          <a:p>
            <a:pPr lvl="1"/>
            <a:r>
              <a:rPr lang="en-US"/>
              <a:t>Magnitude of Extreme Values</a:t>
            </a:r>
          </a:p>
          <a:p>
            <a:r>
              <a:rPr lang="en-US"/>
              <a:t>Mirrors structure and distributional features of real-world HCE data by mimicking empirical study</a:t>
            </a:r>
          </a:p>
          <a:p>
            <a:r>
              <a:rPr lang="en-US"/>
              <a:t>Part 2 of TPM estimated using GLM with gamma distribution and log link</a:t>
            </a:r>
          </a:p>
          <a:p>
            <a:r>
              <a:rPr lang="en-US"/>
              <a:t>Performance of each method evaluated on bias, empirical standard error, and CI coverage for interaction term</a:t>
            </a:r>
          </a:p>
        </p:txBody>
      </p:sp>
    </p:spTree>
    <p:extLst>
      <p:ext uri="{BB962C8B-B14F-4D97-AF65-F5344CB8AC3E}">
        <p14:creationId xmlns:p14="http://schemas.microsoft.com/office/powerpoint/2010/main" val="37853895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F8320DE-8C6E-3BDF-6B88-562A2D507735}"/>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3C54F4CE-85F0-46ED-80DA-9518C9251A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DADD1FCA-8ACB-4958-81DD-4CDD6D3E19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802086" cy="6858000"/>
          </a:xfrm>
          <a:custGeom>
            <a:avLst/>
            <a:gdLst>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6695 w 5734864"/>
              <a:gd name="connsiteY13" fmla="*/ 1035077 h 6858000"/>
              <a:gd name="connsiteX14" fmla="*/ 847865 w 5734864"/>
              <a:gd name="connsiteY14" fmla="*/ 1070795 h 6858000"/>
              <a:gd name="connsiteX15" fmla="*/ 862786 w 5734864"/>
              <a:gd name="connsiteY15" fmla="*/ 1238994 h 6858000"/>
              <a:gd name="connsiteX16" fmla="*/ 859345 w 5734864"/>
              <a:gd name="connsiteY16" fmla="*/ 1380427 h 6858000"/>
              <a:gd name="connsiteX17" fmla="*/ 855172 w 5734864"/>
              <a:gd name="connsiteY17" fmla="*/ 1435262 h 6858000"/>
              <a:gd name="connsiteX18" fmla="*/ 860494 w 5734864"/>
              <a:gd name="connsiteY18" fmla="*/ 1453861 h 6858000"/>
              <a:gd name="connsiteX19" fmla="*/ 853731 w 5734864"/>
              <a:gd name="connsiteY19" fmla="*/ 1467047 h 6858000"/>
              <a:gd name="connsiteX20" fmla="*/ 845847 w 5734864"/>
              <a:gd name="connsiteY20" fmla="*/ 1502307 h 6858000"/>
              <a:gd name="connsiteX21" fmla="*/ 817613 w 5734864"/>
              <a:gd name="connsiteY21" fmla="*/ 1565166 h 6858000"/>
              <a:gd name="connsiteX22" fmla="*/ 804223 w 5734864"/>
              <a:gd name="connsiteY22" fmla="*/ 1601941 h 6858000"/>
              <a:gd name="connsiteX23" fmla="*/ 791773 w 5734864"/>
              <a:gd name="connsiteY23" fmla="*/ 1627005 h 6858000"/>
              <a:gd name="connsiteX24" fmla="*/ 774645 w 5734864"/>
              <a:gd name="connsiteY24" fmla="*/ 1699922 h 6858000"/>
              <a:gd name="connsiteX25" fmla="*/ 752343 w 5734864"/>
              <a:gd name="connsiteY25" fmla="*/ 1824604 h 6858000"/>
              <a:gd name="connsiteX26" fmla="*/ 746254 w 5734864"/>
              <a:gd name="connsiteY26" fmla="*/ 1850222 h 6858000"/>
              <a:gd name="connsiteX27" fmla="*/ 728600 w 5734864"/>
              <a:gd name="connsiteY27" fmla="*/ 1869603 h 6858000"/>
              <a:gd name="connsiteX28" fmla="*/ 724396 w 5734864"/>
              <a:gd name="connsiteY28" fmla="*/ 1883104 h 6858000"/>
              <a:gd name="connsiteX29" fmla="*/ 722165 w 5734864"/>
              <a:gd name="connsiteY29" fmla="*/ 1885924 h 6858000"/>
              <a:gd name="connsiteX30" fmla="*/ 721338 w 5734864"/>
              <a:gd name="connsiteY30" fmla="*/ 1887123 h 6858000"/>
              <a:gd name="connsiteX31" fmla="*/ 714840 w 5734864"/>
              <a:gd name="connsiteY31" fmla="*/ 1902274 h 6858000"/>
              <a:gd name="connsiteX32" fmla="*/ 722847 w 5734864"/>
              <a:gd name="connsiteY32" fmla="*/ 1929891 h 6858000"/>
              <a:gd name="connsiteX33" fmla="*/ 719647 w 5734864"/>
              <a:gd name="connsiteY33" fmla="*/ 1936120 h 6858000"/>
              <a:gd name="connsiteX34" fmla="*/ 714660 w 5734864"/>
              <a:gd name="connsiteY34" fmla="*/ 1982709 h 6858000"/>
              <a:gd name="connsiteX35" fmla="*/ 710759 w 5734864"/>
              <a:gd name="connsiteY35" fmla="*/ 2013010 h 6858000"/>
              <a:gd name="connsiteX36" fmla="*/ 697927 w 5734864"/>
              <a:gd name="connsiteY36" fmla="*/ 2069833 h 6858000"/>
              <a:gd name="connsiteX37" fmla="*/ 693594 w 5734864"/>
              <a:gd name="connsiteY37" fmla="*/ 2103731 h 6858000"/>
              <a:gd name="connsiteX38" fmla="*/ 691109 w 5734864"/>
              <a:gd name="connsiteY38" fmla="*/ 2124027 h 6858000"/>
              <a:gd name="connsiteX39" fmla="*/ 676593 w 5734864"/>
              <a:gd name="connsiteY39" fmla="*/ 2176182 h 6858000"/>
              <a:gd name="connsiteX40" fmla="*/ 633227 w 5734864"/>
              <a:gd name="connsiteY40" fmla="*/ 2258036 h 6858000"/>
              <a:gd name="connsiteX41" fmla="*/ 625564 w 5734864"/>
              <a:gd name="connsiteY41" fmla="*/ 2284567 h 6858000"/>
              <a:gd name="connsiteX42" fmla="*/ 627074 w 5734864"/>
              <a:gd name="connsiteY42" fmla="*/ 2289605 h 6858000"/>
              <a:gd name="connsiteX43" fmla="*/ 614574 w 5734864"/>
              <a:gd name="connsiteY43" fmla="*/ 2308717 h 6858000"/>
              <a:gd name="connsiteX44" fmla="*/ 606890 w 5734864"/>
              <a:gd name="connsiteY44" fmla="*/ 2320662 h 6858000"/>
              <a:gd name="connsiteX45" fmla="*/ 605558 w 5734864"/>
              <a:gd name="connsiteY45" fmla="*/ 2327897 h 6858000"/>
              <a:gd name="connsiteX46" fmla="*/ 602202 w 5734864"/>
              <a:gd name="connsiteY46" fmla="*/ 2357749 h 6858000"/>
              <a:gd name="connsiteX47" fmla="*/ 600213 w 5734864"/>
              <a:gd name="connsiteY47" fmla="*/ 2364905 h 6858000"/>
              <a:gd name="connsiteX48" fmla="*/ 597160 w 5734864"/>
              <a:gd name="connsiteY48" fmla="*/ 2388351 h 6858000"/>
              <a:gd name="connsiteX49" fmla="*/ 597982 w 5734864"/>
              <a:gd name="connsiteY49" fmla="*/ 2402296 h 6858000"/>
              <a:gd name="connsiteX50" fmla="*/ 593150 w 5734864"/>
              <a:gd name="connsiteY50" fmla="*/ 2420015 h 6858000"/>
              <a:gd name="connsiteX51" fmla="*/ 592833 w 5734864"/>
              <a:gd name="connsiteY51" fmla="*/ 2422749 h 6858000"/>
              <a:gd name="connsiteX52" fmla="*/ 594479 w 5734864"/>
              <a:gd name="connsiteY52" fmla="*/ 2426002 h 6858000"/>
              <a:gd name="connsiteX53" fmla="*/ 591963 w 5734864"/>
              <a:gd name="connsiteY53" fmla="*/ 2431950 h 6858000"/>
              <a:gd name="connsiteX54" fmla="*/ 591544 w 5734864"/>
              <a:gd name="connsiteY54" fmla="*/ 2433897 h 6858000"/>
              <a:gd name="connsiteX55" fmla="*/ 589519 w 5734864"/>
              <a:gd name="connsiteY55" fmla="*/ 2451398 h 6858000"/>
              <a:gd name="connsiteX56" fmla="*/ 590037 w 5734864"/>
              <a:gd name="connsiteY56" fmla="*/ 2455536 h 6858000"/>
              <a:gd name="connsiteX57" fmla="*/ 588179 w 5734864"/>
              <a:gd name="connsiteY57" fmla="*/ 2462981 h 6858000"/>
              <a:gd name="connsiteX58" fmla="*/ 583434 w 5734864"/>
              <a:gd name="connsiteY58" fmla="*/ 2503991 h 6858000"/>
              <a:gd name="connsiteX59" fmla="*/ 567942 w 5734864"/>
              <a:gd name="connsiteY59" fmla="*/ 2652936 h 6858000"/>
              <a:gd name="connsiteX60" fmla="*/ 573869 w 5734864"/>
              <a:gd name="connsiteY60" fmla="*/ 2670188 h 6858000"/>
              <a:gd name="connsiteX61" fmla="*/ 575243 w 5734864"/>
              <a:gd name="connsiteY61" fmla="*/ 2688114 h 6858000"/>
              <a:gd name="connsiteX62" fmla="*/ 573824 w 5734864"/>
              <a:gd name="connsiteY62" fmla="*/ 2689856 h 6858000"/>
              <a:gd name="connsiteX63" fmla="*/ 570699 w 5734864"/>
              <a:gd name="connsiteY63" fmla="*/ 2709353 h 6858000"/>
              <a:gd name="connsiteX64" fmla="*/ 573192 w 5734864"/>
              <a:gd name="connsiteY64" fmla="*/ 2714527 h 6858000"/>
              <a:gd name="connsiteX65" fmla="*/ 572044 w 5734864"/>
              <a:gd name="connsiteY65" fmla="*/ 2728187 h 6858000"/>
              <a:gd name="connsiteX66" fmla="*/ 572465 w 5734864"/>
              <a:gd name="connsiteY66" fmla="*/ 2755863 h 6858000"/>
              <a:gd name="connsiteX67" fmla="*/ 570028 w 5734864"/>
              <a:gd name="connsiteY67" fmla="*/ 2760324 h 6858000"/>
              <a:gd name="connsiteX68" fmla="*/ 566748 w 5734864"/>
              <a:gd name="connsiteY68" fmla="*/ 2800948 h 6858000"/>
              <a:gd name="connsiteX69" fmla="*/ 565509 w 5734864"/>
              <a:gd name="connsiteY69" fmla="*/ 2801167 h 6858000"/>
              <a:gd name="connsiteX70" fmla="*/ 559367 w 5734864"/>
              <a:gd name="connsiteY70" fmla="*/ 2811129 h 6858000"/>
              <a:gd name="connsiteX71" fmla="*/ 550354 w 5734864"/>
              <a:gd name="connsiteY71" fmla="*/ 2830949 h 6858000"/>
              <a:gd name="connsiteX72" fmla="*/ 514795 w 5734864"/>
              <a:gd name="connsiteY72" fmla="*/ 2872433 h 6858000"/>
              <a:gd name="connsiteX73" fmla="*/ 509875 w 5734864"/>
              <a:gd name="connsiteY73" fmla="*/ 2923099 h 6858000"/>
              <a:gd name="connsiteX74" fmla="*/ 509577 w 5734864"/>
              <a:gd name="connsiteY74" fmla="*/ 2923197 h 6858000"/>
              <a:gd name="connsiteX75" fmla="*/ 507597 w 5734864"/>
              <a:gd name="connsiteY75" fmla="*/ 2931868 h 6858000"/>
              <a:gd name="connsiteX76" fmla="*/ 507379 w 5734864"/>
              <a:gd name="connsiteY76" fmla="*/ 2938322 h 6858000"/>
              <a:gd name="connsiteX77" fmla="*/ 504725 w 5734864"/>
              <a:gd name="connsiteY77" fmla="*/ 2954519 h 6858000"/>
              <a:gd name="connsiteX78" fmla="*/ 502018 w 5734864"/>
              <a:gd name="connsiteY78" fmla="*/ 2959643 h 6858000"/>
              <a:gd name="connsiteX79" fmla="*/ 498360 w 5734864"/>
              <a:gd name="connsiteY79" fmla="*/ 2961019 h 6858000"/>
              <a:gd name="connsiteX80" fmla="*/ 498483 w 5734864"/>
              <a:gd name="connsiteY80" fmla="*/ 2962590 h 6858000"/>
              <a:gd name="connsiteX81" fmla="*/ 484403 w 5734864"/>
              <a:gd name="connsiteY81" fmla="*/ 2990538 h 6858000"/>
              <a:gd name="connsiteX82" fmla="*/ 463075 w 5734864"/>
              <a:gd name="connsiteY82" fmla="*/ 3055956 h 6858000"/>
              <a:gd name="connsiteX83" fmla="*/ 455013 w 5734864"/>
              <a:gd name="connsiteY83" fmla="*/ 3094482 h 6858000"/>
              <a:gd name="connsiteX84" fmla="*/ 428391 w 5734864"/>
              <a:gd name="connsiteY84" fmla="*/ 3198850 h 6858000"/>
              <a:gd name="connsiteX85" fmla="*/ 401440 w 5734864"/>
              <a:gd name="connsiteY85" fmla="*/ 3307560 h 6858000"/>
              <a:gd name="connsiteX86" fmla="*/ 386076 w 5734864"/>
              <a:gd name="connsiteY86" fmla="*/ 3373943 h 6858000"/>
              <a:gd name="connsiteX87" fmla="*/ 374726 w 5734864"/>
              <a:gd name="connsiteY87" fmla="*/ 3381364 h 6858000"/>
              <a:gd name="connsiteX88" fmla="*/ 369145 w 5734864"/>
              <a:gd name="connsiteY88" fmla="*/ 3383729 h 6858000"/>
              <a:gd name="connsiteX89" fmla="*/ 364294 w 5734864"/>
              <a:gd name="connsiteY89" fmla="*/ 3414159 h 6858000"/>
              <a:gd name="connsiteX90" fmla="*/ 366450 w 5734864"/>
              <a:gd name="connsiteY90" fmla="*/ 3436925 h 6858000"/>
              <a:gd name="connsiteX91" fmla="*/ 351743 w 5734864"/>
              <a:gd name="connsiteY91" fmla="*/ 3521619 h 6858000"/>
              <a:gd name="connsiteX92" fmla="*/ 345784 w 5734864"/>
              <a:gd name="connsiteY92" fmla="*/ 3603757 h 6858000"/>
              <a:gd name="connsiteX93" fmla="*/ 344198 w 5734864"/>
              <a:gd name="connsiteY93" fmla="*/ 3652424 h 6858000"/>
              <a:gd name="connsiteX94" fmla="*/ 352450 w 5734864"/>
              <a:gd name="connsiteY94" fmla="*/ 3665222 h 6858000"/>
              <a:gd name="connsiteX95" fmla="*/ 342621 w 5734864"/>
              <a:gd name="connsiteY95" fmla="*/ 3700804 h 6858000"/>
              <a:gd name="connsiteX96" fmla="*/ 341514 w 5734864"/>
              <a:gd name="connsiteY96" fmla="*/ 3734774 h 6858000"/>
              <a:gd name="connsiteX97" fmla="*/ 340607 w 5734864"/>
              <a:gd name="connsiteY97" fmla="*/ 3785153 h 6858000"/>
              <a:gd name="connsiteX98" fmla="*/ 340707 w 5734864"/>
              <a:gd name="connsiteY98" fmla="*/ 3788177 h 6858000"/>
              <a:gd name="connsiteX99" fmla="*/ 340361 w 5734864"/>
              <a:gd name="connsiteY99" fmla="*/ 3798803 h 6858000"/>
              <a:gd name="connsiteX100" fmla="*/ 339642 w 5734864"/>
              <a:gd name="connsiteY100" fmla="*/ 3838750 h 6858000"/>
              <a:gd name="connsiteX101" fmla="*/ 360295 w 5734864"/>
              <a:gd name="connsiteY101" fmla="*/ 4015196 h 6858000"/>
              <a:gd name="connsiteX102" fmla="*/ 339043 w 5734864"/>
              <a:gd name="connsiteY102" fmla="*/ 4052778 h 6858000"/>
              <a:gd name="connsiteX103" fmla="*/ 339343 w 5734864"/>
              <a:gd name="connsiteY103" fmla="*/ 4096257 h 6858000"/>
              <a:gd name="connsiteX104" fmla="*/ 340786 w 5734864"/>
              <a:gd name="connsiteY104" fmla="*/ 4321136 h 6858000"/>
              <a:gd name="connsiteX105" fmla="*/ 343158 w 5734864"/>
              <a:gd name="connsiteY105" fmla="*/ 4429174 h 6858000"/>
              <a:gd name="connsiteX106" fmla="*/ 334599 w 5734864"/>
              <a:gd name="connsiteY106" fmla="*/ 4449938 h 6858000"/>
              <a:gd name="connsiteX107" fmla="*/ 332890 w 5734864"/>
              <a:gd name="connsiteY107" fmla="*/ 4453515 h 6858000"/>
              <a:gd name="connsiteX108" fmla="*/ 331105 w 5734864"/>
              <a:gd name="connsiteY108" fmla="*/ 4467941 h 6858000"/>
              <a:gd name="connsiteX109" fmla="*/ 324289 w 5734864"/>
              <a:gd name="connsiteY109" fmla="*/ 4471861 h 6858000"/>
              <a:gd name="connsiteX110" fmla="*/ 317079 w 5734864"/>
              <a:gd name="connsiteY110" fmla="*/ 4493468 h 6858000"/>
              <a:gd name="connsiteX111" fmla="*/ 315557 w 5734864"/>
              <a:gd name="connsiteY111" fmla="*/ 4520067 h 6858000"/>
              <a:gd name="connsiteX112" fmla="*/ 315240 w 5734864"/>
              <a:gd name="connsiteY112" fmla="*/ 4536872 h 6858000"/>
              <a:gd name="connsiteX113" fmla="*/ 316200 w 5734864"/>
              <a:gd name="connsiteY113" fmla="*/ 4538297 h 6858000"/>
              <a:gd name="connsiteX114" fmla="*/ 317507 w 5734864"/>
              <a:gd name="connsiteY114" fmla="*/ 4547582 h 6858000"/>
              <a:gd name="connsiteX115" fmla="*/ 323078 w 5734864"/>
              <a:gd name="connsiteY115" fmla="*/ 4592102 h 6858000"/>
              <a:gd name="connsiteX116" fmla="*/ 328722 w 5734864"/>
              <a:gd name="connsiteY116" fmla="*/ 4667914 h 6858000"/>
              <a:gd name="connsiteX117" fmla="*/ 335597 w 5734864"/>
              <a:gd name="connsiteY117" fmla="*/ 4695035 h 6858000"/>
              <a:gd name="connsiteX118" fmla="*/ 339485 w 5734864"/>
              <a:gd name="connsiteY118" fmla="*/ 4695979 h 6858000"/>
              <a:gd name="connsiteX119" fmla="*/ 341089 w 5734864"/>
              <a:gd name="connsiteY119" fmla="*/ 4704268 h 6858000"/>
              <a:gd name="connsiteX120" fmla="*/ 342177 w 5734864"/>
              <a:gd name="connsiteY120" fmla="*/ 4706060 h 6858000"/>
              <a:gd name="connsiteX121" fmla="*/ 347751 w 5734864"/>
              <a:gd name="connsiteY121" fmla="*/ 4716754 h 6858000"/>
              <a:gd name="connsiteX122" fmla="*/ 344125 w 5734864"/>
              <a:gd name="connsiteY122" fmla="*/ 4764669 h 6858000"/>
              <a:gd name="connsiteX123" fmla="*/ 340188 w 5734864"/>
              <a:gd name="connsiteY123" fmla="*/ 4779386 h 6858000"/>
              <a:gd name="connsiteX124" fmla="*/ 335146 w 5734864"/>
              <a:gd name="connsiteY124" fmla="*/ 4787491 h 6858000"/>
              <a:gd name="connsiteX125" fmla="*/ 319124 w 5734864"/>
              <a:gd name="connsiteY125" fmla="*/ 4843514 h 6858000"/>
              <a:gd name="connsiteX126" fmla="*/ 305956 w 5734864"/>
              <a:gd name="connsiteY126" fmla="*/ 4881505 h 6858000"/>
              <a:gd name="connsiteX127" fmla="*/ 301062 w 5734864"/>
              <a:gd name="connsiteY127" fmla="*/ 4889332 h 6858000"/>
              <a:gd name="connsiteX128" fmla="*/ 302141 w 5734864"/>
              <a:gd name="connsiteY128" fmla="*/ 4899400 h 6858000"/>
              <a:gd name="connsiteX129" fmla="*/ 304424 w 5734864"/>
              <a:gd name="connsiteY129" fmla="*/ 4902664 h 6858000"/>
              <a:gd name="connsiteX130" fmla="*/ 293123 w 5734864"/>
              <a:gd name="connsiteY130" fmla="*/ 4932769 h 6858000"/>
              <a:gd name="connsiteX131" fmla="*/ 292275 w 5734864"/>
              <a:gd name="connsiteY131" fmla="*/ 4936482 h 6858000"/>
              <a:gd name="connsiteX132" fmla="*/ 288304 w 5734864"/>
              <a:gd name="connsiteY132" fmla="*/ 4962325 h 6858000"/>
              <a:gd name="connsiteX133" fmla="*/ 287420 w 5734864"/>
              <a:gd name="connsiteY133" fmla="*/ 5042193 h 6858000"/>
              <a:gd name="connsiteX134" fmla="*/ 287020 w 5734864"/>
              <a:gd name="connsiteY134" fmla="*/ 5065655 h 6858000"/>
              <a:gd name="connsiteX135" fmla="*/ 288488 w 5734864"/>
              <a:gd name="connsiteY135" fmla="*/ 5082216 h 6858000"/>
              <a:gd name="connsiteX136" fmla="*/ 282763 w 5734864"/>
              <a:gd name="connsiteY136" fmla="*/ 5127114 h 6858000"/>
              <a:gd name="connsiteX137" fmla="*/ 269316 w 5734864"/>
              <a:gd name="connsiteY137" fmla="*/ 5202682 h 6858000"/>
              <a:gd name="connsiteX138" fmla="*/ 269174 w 5734864"/>
              <a:gd name="connsiteY138" fmla="*/ 5230835 h 6858000"/>
              <a:gd name="connsiteX139" fmla="*/ 272679 w 5734864"/>
              <a:gd name="connsiteY139" fmla="*/ 5232660 h 6858000"/>
              <a:gd name="connsiteX140" fmla="*/ 272160 w 5734864"/>
              <a:gd name="connsiteY140" fmla="*/ 5241150 h 6858000"/>
              <a:gd name="connsiteX141" fmla="*/ 272760 w 5734864"/>
              <a:gd name="connsiteY141" fmla="*/ 5243156 h 6858000"/>
              <a:gd name="connsiteX142" fmla="*/ 275462 w 5734864"/>
              <a:gd name="connsiteY142" fmla="*/ 5254919 h 6858000"/>
              <a:gd name="connsiteX143" fmla="*/ 262897 w 5734864"/>
              <a:gd name="connsiteY143" fmla="*/ 5286259 h 6858000"/>
              <a:gd name="connsiteX144" fmla="*/ 252761 w 5734864"/>
              <a:gd name="connsiteY144" fmla="*/ 5357801 h 6858000"/>
              <a:gd name="connsiteX145" fmla="*/ 242360 w 5734864"/>
              <a:gd name="connsiteY145" fmla="*/ 5460080 h 6858000"/>
              <a:gd name="connsiteX146" fmla="*/ 229880 w 5734864"/>
              <a:gd name="connsiteY146" fmla="*/ 5539714 h 6858000"/>
              <a:gd name="connsiteX147" fmla="*/ 204283 w 5734864"/>
              <a:gd name="connsiteY147" fmla="*/ 5639080 h 6858000"/>
              <a:gd name="connsiteX148" fmla="*/ 198948 w 5734864"/>
              <a:gd name="connsiteY148" fmla="*/ 5710958 h 6858000"/>
              <a:gd name="connsiteX149" fmla="*/ 192367 w 5734864"/>
              <a:gd name="connsiteY149" fmla="*/ 5719859 h 6858000"/>
              <a:gd name="connsiteX150" fmla="*/ 188035 w 5734864"/>
              <a:gd name="connsiteY150" fmla="*/ 5729935 h 6858000"/>
              <a:gd name="connsiteX151" fmla="*/ 188428 w 5734864"/>
              <a:gd name="connsiteY151" fmla="*/ 5731182 h 6858000"/>
              <a:gd name="connsiteX152" fmla="*/ 181635 w 5734864"/>
              <a:gd name="connsiteY152" fmla="*/ 5753538 h 6858000"/>
              <a:gd name="connsiteX153" fmla="*/ 169744 w 5734864"/>
              <a:gd name="connsiteY153" fmla="*/ 5796307 h 6858000"/>
              <a:gd name="connsiteX154" fmla="*/ 170351 w 5734864"/>
              <a:gd name="connsiteY154" fmla="*/ 5796644 h 6858000"/>
              <a:gd name="connsiteX155" fmla="*/ 171559 w 5734864"/>
              <a:gd name="connsiteY155" fmla="*/ 5803435 h 6858000"/>
              <a:gd name="connsiteX156" fmla="*/ 172284 w 5734864"/>
              <a:gd name="connsiteY156" fmla="*/ 5816391 h 6858000"/>
              <a:gd name="connsiteX157" fmla="*/ 182542 w 5734864"/>
              <a:gd name="connsiteY157" fmla="*/ 5846382 h 6858000"/>
              <a:gd name="connsiteX158" fmla="*/ 175877 w 5734864"/>
              <a:gd name="connsiteY158" fmla="*/ 5871336 h 6858000"/>
              <a:gd name="connsiteX159" fmla="*/ 174910 w 5734864"/>
              <a:gd name="connsiteY159" fmla="*/ 5876376 h 6858000"/>
              <a:gd name="connsiteX160" fmla="*/ 175047 w 5734864"/>
              <a:gd name="connsiteY160" fmla="*/ 5876483 h 6858000"/>
              <a:gd name="connsiteX161" fmla="*/ 174335 w 5734864"/>
              <a:gd name="connsiteY161" fmla="*/ 5881814 h 6858000"/>
              <a:gd name="connsiteX162" fmla="*/ 171273 w 5734864"/>
              <a:gd name="connsiteY162" fmla="*/ 5895339 h 6858000"/>
              <a:gd name="connsiteX163" fmla="*/ 171658 w 5734864"/>
              <a:gd name="connsiteY163" fmla="*/ 5898749 h 6858000"/>
              <a:gd name="connsiteX164" fmla="*/ 174658 w 5734864"/>
              <a:gd name="connsiteY164" fmla="*/ 5919558 h 6858000"/>
              <a:gd name="connsiteX165" fmla="*/ 169099 w 5734864"/>
              <a:gd name="connsiteY165" fmla="*/ 5984417 h 6858000"/>
              <a:gd name="connsiteX166" fmla="*/ 162007 w 5734864"/>
              <a:gd name="connsiteY166" fmla="*/ 6049043 h 6858000"/>
              <a:gd name="connsiteX167" fmla="*/ 156875 w 5734864"/>
              <a:gd name="connsiteY167" fmla="*/ 6114000 h 6858000"/>
              <a:gd name="connsiteX168" fmla="*/ 165441 w 5734864"/>
              <a:gd name="connsiteY168" fmla="*/ 6146938 h 6858000"/>
              <a:gd name="connsiteX169" fmla="*/ 165177 w 5734864"/>
              <a:gd name="connsiteY169" fmla="*/ 6150658 h 6858000"/>
              <a:gd name="connsiteX170" fmla="*/ 161772 w 5734864"/>
              <a:gd name="connsiteY170" fmla="*/ 6160011 h 6858000"/>
              <a:gd name="connsiteX171" fmla="*/ 160051 w 5734864"/>
              <a:gd name="connsiteY171" fmla="*/ 6163393 h 6858000"/>
              <a:gd name="connsiteX172" fmla="*/ 158473 w 5734864"/>
              <a:gd name="connsiteY172" fmla="*/ 6168628 h 6858000"/>
              <a:gd name="connsiteX173" fmla="*/ 158573 w 5734864"/>
              <a:gd name="connsiteY173" fmla="*/ 6168799 h 6858000"/>
              <a:gd name="connsiteX174" fmla="*/ 146463 w 5734864"/>
              <a:gd name="connsiteY174" fmla="*/ 6196671 h 6858000"/>
              <a:gd name="connsiteX175" fmla="*/ 150209 w 5734864"/>
              <a:gd name="connsiteY175" fmla="*/ 6232365 h 6858000"/>
              <a:gd name="connsiteX176" fmla="*/ 148544 w 5734864"/>
              <a:gd name="connsiteY176" fmla="*/ 6246162 h 6858000"/>
              <a:gd name="connsiteX177" fmla="*/ 148403 w 5734864"/>
              <a:gd name="connsiteY177" fmla="*/ 6253754 h 6858000"/>
              <a:gd name="connsiteX178" fmla="*/ 138880 w 5734864"/>
              <a:gd name="connsiteY178" fmla="*/ 6276449 h 6858000"/>
              <a:gd name="connsiteX179" fmla="*/ 138683 w 5734864"/>
              <a:gd name="connsiteY179" fmla="*/ 6279721 h 6858000"/>
              <a:gd name="connsiteX180" fmla="*/ 130721 w 5734864"/>
              <a:gd name="connsiteY180" fmla="*/ 6293675 h 6858000"/>
              <a:gd name="connsiteX181" fmla="*/ 120717 w 5734864"/>
              <a:gd name="connsiteY181" fmla="*/ 6313967 h 6858000"/>
              <a:gd name="connsiteX182" fmla="*/ 120841 w 5734864"/>
              <a:gd name="connsiteY182" fmla="*/ 6315437 h 6858000"/>
              <a:gd name="connsiteX183" fmla="*/ 115208 w 5734864"/>
              <a:gd name="connsiteY183" fmla="*/ 6324024 h 6858000"/>
              <a:gd name="connsiteX184" fmla="*/ 101217 w 5734864"/>
              <a:gd name="connsiteY184" fmla="*/ 6365923 h 6858000"/>
              <a:gd name="connsiteX185" fmla="*/ 74946 w 5734864"/>
              <a:gd name="connsiteY185" fmla="*/ 6556817 h 6858000"/>
              <a:gd name="connsiteX186" fmla="*/ 16001 w 5734864"/>
              <a:gd name="connsiteY186" fmla="*/ 6808678 h 6858000"/>
              <a:gd name="connsiteX187" fmla="*/ 0 w 5734864"/>
              <a:gd name="connsiteY187" fmla="*/ 6858000 h 6858000"/>
              <a:gd name="connsiteX188" fmla="*/ 5734864 w 5734864"/>
              <a:gd name="connsiteY188" fmla="*/ 6858000 h 6858000"/>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6695 w 5734864"/>
              <a:gd name="connsiteY13" fmla="*/ 1035077 h 6858000"/>
              <a:gd name="connsiteX14" fmla="*/ 847865 w 5734864"/>
              <a:gd name="connsiteY14" fmla="*/ 1070795 h 6858000"/>
              <a:gd name="connsiteX15" fmla="*/ 862786 w 5734864"/>
              <a:gd name="connsiteY15" fmla="*/ 1238994 h 6858000"/>
              <a:gd name="connsiteX16" fmla="*/ 859345 w 5734864"/>
              <a:gd name="connsiteY16" fmla="*/ 1380427 h 6858000"/>
              <a:gd name="connsiteX17" fmla="*/ 855172 w 5734864"/>
              <a:gd name="connsiteY17" fmla="*/ 1435262 h 6858000"/>
              <a:gd name="connsiteX18" fmla="*/ 860494 w 5734864"/>
              <a:gd name="connsiteY18" fmla="*/ 1453861 h 6858000"/>
              <a:gd name="connsiteX19" fmla="*/ 853731 w 5734864"/>
              <a:gd name="connsiteY19" fmla="*/ 1467047 h 6858000"/>
              <a:gd name="connsiteX20" fmla="*/ 845847 w 5734864"/>
              <a:gd name="connsiteY20" fmla="*/ 1502307 h 6858000"/>
              <a:gd name="connsiteX21" fmla="*/ 817613 w 5734864"/>
              <a:gd name="connsiteY21" fmla="*/ 1565166 h 6858000"/>
              <a:gd name="connsiteX22" fmla="*/ 804223 w 5734864"/>
              <a:gd name="connsiteY22" fmla="*/ 1601941 h 6858000"/>
              <a:gd name="connsiteX23" fmla="*/ 791773 w 5734864"/>
              <a:gd name="connsiteY23" fmla="*/ 1627005 h 6858000"/>
              <a:gd name="connsiteX24" fmla="*/ 774645 w 5734864"/>
              <a:gd name="connsiteY24" fmla="*/ 1699922 h 6858000"/>
              <a:gd name="connsiteX25" fmla="*/ 752343 w 5734864"/>
              <a:gd name="connsiteY25" fmla="*/ 1824604 h 6858000"/>
              <a:gd name="connsiteX26" fmla="*/ 746254 w 5734864"/>
              <a:gd name="connsiteY26" fmla="*/ 1850222 h 6858000"/>
              <a:gd name="connsiteX27" fmla="*/ 728600 w 5734864"/>
              <a:gd name="connsiteY27" fmla="*/ 1869603 h 6858000"/>
              <a:gd name="connsiteX28" fmla="*/ 724396 w 5734864"/>
              <a:gd name="connsiteY28" fmla="*/ 1883104 h 6858000"/>
              <a:gd name="connsiteX29" fmla="*/ 722165 w 5734864"/>
              <a:gd name="connsiteY29" fmla="*/ 1885924 h 6858000"/>
              <a:gd name="connsiteX30" fmla="*/ 721338 w 5734864"/>
              <a:gd name="connsiteY30" fmla="*/ 1887123 h 6858000"/>
              <a:gd name="connsiteX31" fmla="*/ 714840 w 5734864"/>
              <a:gd name="connsiteY31" fmla="*/ 1902274 h 6858000"/>
              <a:gd name="connsiteX32" fmla="*/ 722847 w 5734864"/>
              <a:gd name="connsiteY32" fmla="*/ 1929891 h 6858000"/>
              <a:gd name="connsiteX33" fmla="*/ 714660 w 5734864"/>
              <a:gd name="connsiteY33" fmla="*/ 1982709 h 6858000"/>
              <a:gd name="connsiteX34" fmla="*/ 710759 w 5734864"/>
              <a:gd name="connsiteY34" fmla="*/ 2013010 h 6858000"/>
              <a:gd name="connsiteX35" fmla="*/ 697927 w 5734864"/>
              <a:gd name="connsiteY35" fmla="*/ 2069833 h 6858000"/>
              <a:gd name="connsiteX36" fmla="*/ 693594 w 5734864"/>
              <a:gd name="connsiteY36" fmla="*/ 2103731 h 6858000"/>
              <a:gd name="connsiteX37" fmla="*/ 691109 w 5734864"/>
              <a:gd name="connsiteY37" fmla="*/ 2124027 h 6858000"/>
              <a:gd name="connsiteX38" fmla="*/ 676593 w 5734864"/>
              <a:gd name="connsiteY38" fmla="*/ 2176182 h 6858000"/>
              <a:gd name="connsiteX39" fmla="*/ 633227 w 5734864"/>
              <a:gd name="connsiteY39" fmla="*/ 2258036 h 6858000"/>
              <a:gd name="connsiteX40" fmla="*/ 625564 w 5734864"/>
              <a:gd name="connsiteY40" fmla="*/ 2284567 h 6858000"/>
              <a:gd name="connsiteX41" fmla="*/ 627074 w 5734864"/>
              <a:gd name="connsiteY41" fmla="*/ 2289605 h 6858000"/>
              <a:gd name="connsiteX42" fmla="*/ 614574 w 5734864"/>
              <a:gd name="connsiteY42" fmla="*/ 2308717 h 6858000"/>
              <a:gd name="connsiteX43" fmla="*/ 606890 w 5734864"/>
              <a:gd name="connsiteY43" fmla="*/ 2320662 h 6858000"/>
              <a:gd name="connsiteX44" fmla="*/ 605558 w 5734864"/>
              <a:gd name="connsiteY44" fmla="*/ 2327897 h 6858000"/>
              <a:gd name="connsiteX45" fmla="*/ 602202 w 5734864"/>
              <a:gd name="connsiteY45" fmla="*/ 2357749 h 6858000"/>
              <a:gd name="connsiteX46" fmla="*/ 600213 w 5734864"/>
              <a:gd name="connsiteY46" fmla="*/ 2364905 h 6858000"/>
              <a:gd name="connsiteX47" fmla="*/ 597160 w 5734864"/>
              <a:gd name="connsiteY47" fmla="*/ 2388351 h 6858000"/>
              <a:gd name="connsiteX48" fmla="*/ 597982 w 5734864"/>
              <a:gd name="connsiteY48" fmla="*/ 2402296 h 6858000"/>
              <a:gd name="connsiteX49" fmla="*/ 593150 w 5734864"/>
              <a:gd name="connsiteY49" fmla="*/ 2420015 h 6858000"/>
              <a:gd name="connsiteX50" fmla="*/ 592833 w 5734864"/>
              <a:gd name="connsiteY50" fmla="*/ 2422749 h 6858000"/>
              <a:gd name="connsiteX51" fmla="*/ 594479 w 5734864"/>
              <a:gd name="connsiteY51" fmla="*/ 2426002 h 6858000"/>
              <a:gd name="connsiteX52" fmla="*/ 591963 w 5734864"/>
              <a:gd name="connsiteY52" fmla="*/ 2431950 h 6858000"/>
              <a:gd name="connsiteX53" fmla="*/ 591544 w 5734864"/>
              <a:gd name="connsiteY53" fmla="*/ 2433897 h 6858000"/>
              <a:gd name="connsiteX54" fmla="*/ 589519 w 5734864"/>
              <a:gd name="connsiteY54" fmla="*/ 2451398 h 6858000"/>
              <a:gd name="connsiteX55" fmla="*/ 590037 w 5734864"/>
              <a:gd name="connsiteY55" fmla="*/ 2455536 h 6858000"/>
              <a:gd name="connsiteX56" fmla="*/ 588179 w 5734864"/>
              <a:gd name="connsiteY56" fmla="*/ 2462981 h 6858000"/>
              <a:gd name="connsiteX57" fmla="*/ 583434 w 5734864"/>
              <a:gd name="connsiteY57" fmla="*/ 2503991 h 6858000"/>
              <a:gd name="connsiteX58" fmla="*/ 567942 w 5734864"/>
              <a:gd name="connsiteY58" fmla="*/ 2652936 h 6858000"/>
              <a:gd name="connsiteX59" fmla="*/ 573869 w 5734864"/>
              <a:gd name="connsiteY59" fmla="*/ 2670188 h 6858000"/>
              <a:gd name="connsiteX60" fmla="*/ 575243 w 5734864"/>
              <a:gd name="connsiteY60" fmla="*/ 2688114 h 6858000"/>
              <a:gd name="connsiteX61" fmla="*/ 573824 w 5734864"/>
              <a:gd name="connsiteY61" fmla="*/ 2689856 h 6858000"/>
              <a:gd name="connsiteX62" fmla="*/ 570699 w 5734864"/>
              <a:gd name="connsiteY62" fmla="*/ 2709353 h 6858000"/>
              <a:gd name="connsiteX63" fmla="*/ 573192 w 5734864"/>
              <a:gd name="connsiteY63" fmla="*/ 2714527 h 6858000"/>
              <a:gd name="connsiteX64" fmla="*/ 572044 w 5734864"/>
              <a:gd name="connsiteY64" fmla="*/ 2728187 h 6858000"/>
              <a:gd name="connsiteX65" fmla="*/ 572465 w 5734864"/>
              <a:gd name="connsiteY65" fmla="*/ 2755863 h 6858000"/>
              <a:gd name="connsiteX66" fmla="*/ 570028 w 5734864"/>
              <a:gd name="connsiteY66" fmla="*/ 2760324 h 6858000"/>
              <a:gd name="connsiteX67" fmla="*/ 566748 w 5734864"/>
              <a:gd name="connsiteY67" fmla="*/ 2800948 h 6858000"/>
              <a:gd name="connsiteX68" fmla="*/ 565509 w 5734864"/>
              <a:gd name="connsiteY68" fmla="*/ 2801167 h 6858000"/>
              <a:gd name="connsiteX69" fmla="*/ 559367 w 5734864"/>
              <a:gd name="connsiteY69" fmla="*/ 2811129 h 6858000"/>
              <a:gd name="connsiteX70" fmla="*/ 550354 w 5734864"/>
              <a:gd name="connsiteY70" fmla="*/ 2830949 h 6858000"/>
              <a:gd name="connsiteX71" fmla="*/ 514795 w 5734864"/>
              <a:gd name="connsiteY71" fmla="*/ 2872433 h 6858000"/>
              <a:gd name="connsiteX72" fmla="*/ 509875 w 5734864"/>
              <a:gd name="connsiteY72" fmla="*/ 2923099 h 6858000"/>
              <a:gd name="connsiteX73" fmla="*/ 509577 w 5734864"/>
              <a:gd name="connsiteY73" fmla="*/ 2923197 h 6858000"/>
              <a:gd name="connsiteX74" fmla="*/ 507597 w 5734864"/>
              <a:gd name="connsiteY74" fmla="*/ 2931868 h 6858000"/>
              <a:gd name="connsiteX75" fmla="*/ 507379 w 5734864"/>
              <a:gd name="connsiteY75" fmla="*/ 2938322 h 6858000"/>
              <a:gd name="connsiteX76" fmla="*/ 504725 w 5734864"/>
              <a:gd name="connsiteY76" fmla="*/ 2954519 h 6858000"/>
              <a:gd name="connsiteX77" fmla="*/ 502018 w 5734864"/>
              <a:gd name="connsiteY77" fmla="*/ 2959643 h 6858000"/>
              <a:gd name="connsiteX78" fmla="*/ 498360 w 5734864"/>
              <a:gd name="connsiteY78" fmla="*/ 2961019 h 6858000"/>
              <a:gd name="connsiteX79" fmla="*/ 498483 w 5734864"/>
              <a:gd name="connsiteY79" fmla="*/ 2962590 h 6858000"/>
              <a:gd name="connsiteX80" fmla="*/ 484403 w 5734864"/>
              <a:gd name="connsiteY80" fmla="*/ 2990538 h 6858000"/>
              <a:gd name="connsiteX81" fmla="*/ 463075 w 5734864"/>
              <a:gd name="connsiteY81" fmla="*/ 3055956 h 6858000"/>
              <a:gd name="connsiteX82" fmla="*/ 455013 w 5734864"/>
              <a:gd name="connsiteY82" fmla="*/ 3094482 h 6858000"/>
              <a:gd name="connsiteX83" fmla="*/ 428391 w 5734864"/>
              <a:gd name="connsiteY83" fmla="*/ 3198850 h 6858000"/>
              <a:gd name="connsiteX84" fmla="*/ 401440 w 5734864"/>
              <a:gd name="connsiteY84" fmla="*/ 3307560 h 6858000"/>
              <a:gd name="connsiteX85" fmla="*/ 386076 w 5734864"/>
              <a:gd name="connsiteY85" fmla="*/ 3373943 h 6858000"/>
              <a:gd name="connsiteX86" fmla="*/ 374726 w 5734864"/>
              <a:gd name="connsiteY86" fmla="*/ 3381364 h 6858000"/>
              <a:gd name="connsiteX87" fmla="*/ 369145 w 5734864"/>
              <a:gd name="connsiteY87" fmla="*/ 3383729 h 6858000"/>
              <a:gd name="connsiteX88" fmla="*/ 364294 w 5734864"/>
              <a:gd name="connsiteY88" fmla="*/ 3414159 h 6858000"/>
              <a:gd name="connsiteX89" fmla="*/ 366450 w 5734864"/>
              <a:gd name="connsiteY89" fmla="*/ 3436925 h 6858000"/>
              <a:gd name="connsiteX90" fmla="*/ 351743 w 5734864"/>
              <a:gd name="connsiteY90" fmla="*/ 3521619 h 6858000"/>
              <a:gd name="connsiteX91" fmla="*/ 345784 w 5734864"/>
              <a:gd name="connsiteY91" fmla="*/ 3603757 h 6858000"/>
              <a:gd name="connsiteX92" fmla="*/ 344198 w 5734864"/>
              <a:gd name="connsiteY92" fmla="*/ 3652424 h 6858000"/>
              <a:gd name="connsiteX93" fmla="*/ 352450 w 5734864"/>
              <a:gd name="connsiteY93" fmla="*/ 3665222 h 6858000"/>
              <a:gd name="connsiteX94" fmla="*/ 342621 w 5734864"/>
              <a:gd name="connsiteY94" fmla="*/ 3700804 h 6858000"/>
              <a:gd name="connsiteX95" fmla="*/ 341514 w 5734864"/>
              <a:gd name="connsiteY95" fmla="*/ 3734774 h 6858000"/>
              <a:gd name="connsiteX96" fmla="*/ 340607 w 5734864"/>
              <a:gd name="connsiteY96" fmla="*/ 3785153 h 6858000"/>
              <a:gd name="connsiteX97" fmla="*/ 340707 w 5734864"/>
              <a:gd name="connsiteY97" fmla="*/ 3788177 h 6858000"/>
              <a:gd name="connsiteX98" fmla="*/ 340361 w 5734864"/>
              <a:gd name="connsiteY98" fmla="*/ 3798803 h 6858000"/>
              <a:gd name="connsiteX99" fmla="*/ 339642 w 5734864"/>
              <a:gd name="connsiteY99" fmla="*/ 3838750 h 6858000"/>
              <a:gd name="connsiteX100" fmla="*/ 360295 w 5734864"/>
              <a:gd name="connsiteY100" fmla="*/ 4015196 h 6858000"/>
              <a:gd name="connsiteX101" fmla="*/ 339043 w 5734864"/>
              <a:gd name="connsiteY101" fmla="*/ 4052778 h 6858000"/>
              <a:gd name="connsiteX102" fmla="*/ 339343 w 5734864"/>
              <a:gd name="connsiteY102" fmla="*/ 4096257 h 6858000"/>
              <a:gd name="connsiteX103" fmla="*/ 340786 w 5734864"/>
              <a:gd name="connsiteY103" fmla="*/ 4321136 h 6858000"/>
              <a:gd name="connsiteX104" fmla="*/ 343158 w 5734864"/>
              <a:gd name="connsiteY104" fmla="*/ 4429174 h 6858000"/>
              <a:gd name="connsiteX105" fmla="*/ 334599 w 5734864"/>
              <a:gd name="connsiteY105" fmla="*/ 4449938 h 6858000"/>
              <a:gd name="connsiteX106" fmla="*/ 332890 w 5734864"/>
              <a:gd name="connsiteY106" fmla="*/ 4453515 h 6858000"/>
              <a:gd name="connsiteX107" fmla="*/ 331105 w 5734864"/>
              <a:gd name="connsiteY107" fmla="*/ 4467941 h 6858000"/>
              <a:gd name="connsiteX108" fmla="*/ 324289 w 5734864"/>
              <a:gd name="connsiteY108" fmla="*/ 4471861 h 6858000"/>
              <a:gd name="connsiteX109" fmla="*/ 317079 w 5734864"/>
              <a:gd name="connsiteY109" fmla="*/ 4493468 h 6858000"/>
              <a:gd name="connsiteX110" fmla="*/ 315557 w 5734864"/>
              <a:gd name="connsiteY110" fmla="*/ 4520067 h 6858000"/>
              <a:gd name="connsiteX111" fmla="*/ 315240 w 5734864"/>
              <a:gd name="connsiteY111" fmla="*/ 4536872 h 6858000"/>
              <a:gd name="connsiteX112" fmla="*/ 316200 w 5734864"/>
              <a:gd name="connsiteY112" fmla="*/ 4538297 h 6858000"/>
              <a:gd name="connsiteX113" fmla="*/ 317507 w 5734864"/>
              <a:gd name="connsiteY113" fmla="*/ 4547582 h 6858000"/>
              <a:gd name="connsiteX114" fmla="*/ 323078 w 5734864"/>
              <a:gd name="connsiteY114" fmla="*/ 4592102 h 6858000"/>
              <a:gd name="connsiteX115" fmla="*/ 328722 w 5734864"/>
              <a:gd name="connsiteY115" fmla="*/ 4667914 h 6858000"/>
              <a:gd name="connsiteX116" fmla="*/ 335597 w 5734864"/>
              <a:gd name="connsiteY116" fmla="*/ 4695035 h 6858000"/>
              <a:gd name="connsiteX117" fmla="*/ 339485 w 5734864"/>
              <a:gd name="connsiteY117" fmla="*/ 4695979 h 6858000"/>
              <a:gd name="connsiteX118" fmla="*/ 341089 w 5734864"/>
              <a:gd name="connsiteY118" fmla="*/ 4704268 h 6858000"/>
              <a:gd name="connsiteX119" fmla="*/ 342177 w 5734864"/>
              <a:gd name="connsiteY119" fmla="*/ 4706060 h 6858000"/>
              <a:gd name="connsiteX120" fmla="*/ 347751 w 5734864"/>
              <a:gd name="connsiteY120" fmla="*/ 4716754 h 6858000"/>
              <a:gd name="connsiteX121" fmla="*/ 344125 w 5734864"/>
              <a:gd name="connsiteY121" fmla="*/ 4764669 h 6858000"/>
              <a:gd name="connsiteX122" fmla="*/ 340188 w 5734864"/>
              <a:gd name="connsiteY122" fmla="*/ 4779386 h 6858000"/>
              <a:gd name="connsiteX123" fmla="*/ 335146 w 5734864"/>
              <a:gd name="connsiteY123" fmla="*/ 4787491 h 6858000"/>
              <a:gd name="connsiteX124" fmla="*/ 319124 w 5734864"/>
              <a:gd name="connsiteY124" fmla="*/ 4843514 h 6858000"/>
              <a:gd name="connsiteX125" fmla="*/ 305956 w 5734864"/>
              <a:gd name="connsiteY125" fmla="*/ 4881505 h 6858000"/>
              <a:gd name="connsiteX126" fmla="*/ 301062 w 5734864"/>
              <a:gd name="connsiteY126" fmla="*/ 4889332 h 6858000"/>
              <a:gd name="connsiteX127" fmla="*/ 302141 w 5734864"/>
              <a:gd name="connsiteY127" fmla="*/ 4899400 h 6858000"/>
              <a:gd name="connsiteX128" fmla="*/ 304424 w 5734864"/>
              <a:gd name="connsiteY128" fmla="*/ 4902664 h 6858000"/>
              <a:gd name="connsiteX129" fmla="*/ 293123 w 5734864"/>
              <a:gd name="connsiteY129" fmla="*/ 4932769 h 6858000"/>
              <a:gd name="connsiteX130" fmla="*/ 292275 w 5734864"/>
              <a:gd name="connsiteY130" fmla="*/ 4936482 h 6858000"/>
              <a:gd name="connsiteX131" fmla="*/ 288304 w 5734864"/>
              <a:gd name="connsiteY131" fmla="*/ 4962325 h 6858000"/>
              <a:gd name="connsiteX132" fmla="*/ 287420 w 5734864"/>
              <a:gd name="connsiteY132" fmla="*/ 5042193 h 6858000"/>
              <a:gd name="connsiteX133" fmla="*/ 287020 w 5734864"/>
              <a:gd name="connsiteY133" fmla="*/ 5065655 h 6858000"/>
              <a:gd name="connsiteX134" fmla="*/ 288488 w 5734864"/>
              <a:gd name="connsiteY134" fmla="*/ 5082216 h 6858000"/>
              <a:gd name="connsiteX135" fmla="*/ 282763 w 5734864"/>
              <a:gd name="connsiteY135" fmla="*/ 5127114 h 6858000"/>
              <a:gd name="connsiteX136" fmla="*/ 269316 w 5734864"/>
              <a:gd name="connsiteY136" fmla="*/ 5202682 h 6858000"/>
              <a:gd name="connsiteX137" fmla="*/ 269174 w 5734864"/>
              <a:gd name="connsiteY137" fmla="*/ 5230835 h 6858000"/>
              <a:gd name="connsiteX138" fmla="*/ 272679 w 5734864"/>
              <a:gd name="connsiteY138" fmla="*/ 5232660 h 6858000"/>
              <a:gd name="connsiteX139" fmla="*/ 272160 w 5734864"/>
              <a:gd name="connsiteY139" fmla="*/ 5241150 h 6858000"/>
              <a:gd name="connsiteX140" fmla="*/ 272760 w 5734864"/>
              <a:gd name="connsiteY140" fmla="*/ 5243156 h 6858000"/>
              <a:gd name="connsiteX141" fmla="*/ 275462 w 5734864"/>
              <a:gd name="connsiteY141" fmla="*/ 5254919 h 6858000"/>
              <a:gd name="connsiteX142" fmla="*/ 262897 w 5734864"/>
              <a:gd name="connsiteY142" fmla="*/ 5286259 h 6858000"/>
              <a:gd name="connsiteX143" fmla="*/ 252761 w 5734864"/>
              <a:gd name="connsiteY143" fmla="*/ 5357801 h 6858000"/>
              <a:gd name="connsiteX144" fmla="*/ 242360 w 5734864"/>
              <a:gd name="connsiteY144" fmla="*/ 5460080 h 6858000"/>
              <a:gd name="connsiteX145" fmla="*/ 229880 w 5734864"/>
              <a:gd name="connsiteY145" fmla="*/ 5539714 h 6858000"/>
              <a:gd name="connsiteX146" fmla="*/ 204283 w 5734864"/>
              <a:gd name="connsiteY146" fmla="*/ 5639080 h 6858000"/>
              <a:gd name="connsiteX147" fmla="*/ 198948 w 5734864"/>
              <a:gd name="connsiteY147" fmla="*/ 5710958 h 6858000"/>
              <a:gd name="connsiteX148" fmla="*/ 192367 w 5734864"/>
              <a:gd name="connsiteY148" fmla="*/ 5719859 h 6858000"/>
              <a:gd name="connsiteX149" fmla="*/ 188035 w 5734864"/>
              <a:gd name="connsiteY149" fmla="*/ 5729935 h 6858000"/>
              <a:gd name="connsiteX150" fmla="*/ 188428 w 5734864"/>
              <a:gd name="connsiteY150" fmla="*/ 5731182 h 6858000"/>
              <a:gd name="connsiteX151" fmla="*/ 181635 w 5734864"/>
              <a:gd name="connsiteY151" fmla="*/ 5753538 h 6858000"/>
              <a:gd name="connsiteX152" fmla="*/ 169744 w 5734864"/>
              <a:gd name="connsiteY152" fmla="*/ 5796307 h 6858000"/>
              <a:gd name="connsiteX153" fmla="*/ 170351 w 5734864"/>
              <a:gd name="connsiteY153" fmla="*/ 5796644 h 6858000"/>
              <a:gd name="connsiteX154" fmla="*/ 171559 w 5734864"/>
              <a:gd name="connsiteY154" fmla="*/ 5803435 h 6858000"/>
              <a:gd name="connsiteX155" fmla="*/ 172284 w 5734864"/>
              <a:gd name="connsiteY155" fmla="*/ 5816391 h 6858000"/>
              <a:gd name="connsiteX156" fmla="*/ 182542 w 5734864"/>
              <a:gd name="connsiteY156" fmla="*/ 5846382 h 6858000"/>
              <a:gd name="connsiteX157" fmla="*/ 175877 w 5734864"/>
              <a:gd name="connsiteY157" fmla="*/ 5871336 h 6858000"/>
              <a:gd name="connsiteX158" fmla="*/ 174910 w 5734864"/>
              <a:gd name="connsiteY158" fmla="*/ 5876376 h 6858000"/>
              <a:gd name="connsiteX159" fmla="*/ 175047 w 5734864"/>
              <a:gd name="connsiteY159" fmla="*/ 5876483 h 6858000"/>
              <a:gd name="connsiteX160" fmla="*/ 174335 w 5734864"/>
              <a:gd name="connsiteY160" fmla="*/ 5881814 h 6858000"/>
              <a:gd name="connsiteX161" fmla="*/ 171273 w 5734864"/>
              <a:gd name="connsiteY161" fmla="*/ 5895339 h 6858000"/>
              <a:gd name="connsiteX162" fmla="*/ 171658 w 5734864"/>
              <a:gd name="connsiteY162" fmla="*/ 5898749 h 6858000"/>
              <a:gd name="connsiteX163" fmla="*/ 174658 w 5734864"/>
              <a:gd name="connsiteY163" fmla="*/ 5919558 h 6858000"/>
              <a:gd name="connsiteX164" fmla="*/ 169099 w 5734864"/>
              <a:gd name="connsiteY164" fmla="*/ 5984417 h 6858000"/>
              <a:gd name="connsiteX165" fmla="*/ 162007 w 5734864"/>
              <a:gd name="connsiteY165" fmla="*/ 6049043 h 6858000"/>
              <a:gd name="connsiteX166" fmla="*/ 156875 w 5734864"/>
              <a:gd name="connsiteY166" fmla="*/ 6114000 h 6858000"/>
              <a:gd name="connsiteX167" fmla="*/ 165441 w 5734864"/>
              <a:gd name="connsiteY167" fmla="*/ 6146938 h 6858000"/>
              <a:gd name="connsiteX168" fmla="*/ 165177 w 5734864"/>
              <a:gd name="connsiteY168" fmla="*/ 6150658 h 6858000"/>
              <a:gd name="connsiteX169" fmla="*/ 161772 w 5734864"/>
              <a:gd name="connsiteY169" fmla="*/ 6160011 h 6858000"/>
              <a:gd name="connsiteX170" fmla="*/ 160051 w 5734864"/>
              <a:gd name="connsiteY170" fmla="*/ 6163393 h 6858000"/>
              <a:gd name="connsiteX171" fmla="*/ 158473 w 5734864"/>
              <a:gd name="connsiteY171" fmla="*/ 6168628 h 6858000"/>
              <a:gd name="connsiteX172" fmla="*/ 158573 w 5734864"/>
              <a:gd name="connsiteY172" fmla="*/ 6168799 h 6858000"/>
              <a:gd name="connsiteX173" fmla="*/ 146463 w 5734864"/>
              <a:gd name="connsiteY173" fmla="*/ 6196671 h 6858000"/>
              <a:gd name="connsiteX174" fmla="*/ 150209 w 5734864"/>
              <a:gd name="connsiteY174" fmla="*/ 6232365 h 6858000"/>
              <a:gd name="connsiteX175" fmla="*/ 148544 w 5734864"/>
              <a:gd name="connsiteY175" fmla="*/ 6246162 h 6858000"/>
              <a:gd name="connsiteX176" fmla="*/ 148403 w 5734864"/>
              <a:gd name="connsiteY176" fmla="*/ 6253754 h 6858000"/>
              <a:gd name="connsiteX177" fmla="*/ 138880 w 5734864"/>
              <a:gd name="connsiteY177" fmla="*/ 6276449 h 6858000"/>
              <a:gd name="connsiteX178" fmla="*/ 138683 w 5734864"/>
              <a:gd name="connsiteY178" fmla="*/ 6279721 h 6858000"/>
              <a:gd name="connsiteX179" fmla="*/ 130721 w 5734864"/>
              <a:gd name="connsiteY179" fmla="*/ 6293675 h 6858000"/>
              <a:gd name="connsiteX180" fmla="*/ 120717 w 5734864"/>
              <a:gd name="connsiteY180" fmla="*/ 6313967 h 6858000"/>
              <a:gd name="connsiteX181" fmla="*/ 120841 w 5734864"/>
              <a:gd name="connsiteY181" fmla="*/ 6315437 h 6858000"/>
              <a:gd name="connsiteX182" fmla="*/ 115208 w 5734864"/>
              <a:gd name="connsiteY182" fmla="*/ 6324024 h 6858000"/>
              <a:gd name="connsiteX183" fmla="*/ 101217 w 5734864"/>
              <a:gd name="connsiteY183" fmla="*/ 6365923 h 6858000"/>
              <a:gd name="connsiteX184" fmla="*/ 74946 w 5734864"/>
              <a:gd name="connsiteY184" fmla="*/ 6556817 h 6858000"/>
              <a:gd name="connsiteX185" fmla="*/ 16001 w 5734864"/>
              <a:gd name="connsiteY185" fmla="*/ 6808678 h 6858000"/>
              <a:gd name="connsiteX186" fmla="*/ 0 w 5734864"/>
              <a:gd name="connsiteY186" fmla="*/ 6858000 h 6858000"/>
              <a:gd name="connsiteX187" fmla="*/ 5734864 w 5734864"/>
              <a:gd name="connsiteY187" fmla="*/ 6858000 h 6858000"/>
              <a:gd name="connsiteX188" fmla="*/ 5734864 w 5734864"/>
              <a:gd name="connsiteY188" fmla="*/ 0 h 6858000"/>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7865 w 5734864"/>
              <a:gd name="connsiteY13" fmla="*/ 1070795 h 6858000"/>
              <a:gd name="connsiteX14" fmla="*/ 862786 w 5734864"/>
              <a:gd name="connsiteY14" fmla="*/ 1238994 h 6858000"/>
              <a:gd name="connsiteX15" fmla="*/ 859345 w 5734864"/>
              <a:gd name="connsiteY15" fmla="*/ 1380427 h 6858000"/>
              <a:gd name="connsiteX16" fmla="*/ 855172 w 5734864"/>
              <a:gd name="connsiteY16" fmla="*/ 1435262 h 6858000"/>
              <a:gd name="connsiteX17" fmla="*/ 860494 w 5734864"/>
              <a:gd name="connsiteY17" fmla="*/ 1453861 h 6858000"/>
              <a:gd name="connsiteX18" fmla="*/ 853731 w 5734864"/>
              <a:gd name="connsiteY18" fmla="*/ 1467047 h 6858000"/>
              <a:gd name="connsiteX19" fmla="*/ 845847 w 5734864"/>
              <a:gd name="connsiteY19" fmla="*/ 1502307 h 6858000"/>
              <a:gd name="connsiteX20" fmla="*/ 817613 w 5734864"/>
              <a:gd name="connsiteY20" fmla="*/ 1565166 h 6858000"/>
              <a:gd name="connsiteX21" fmla="*/ 804223 w 5734864"/>
              <a:gd name="connsiteY21" fmla="*/ 1601941 h 6858000"/>
              <a:gd name="connsiteX22" fmla="*/ 791773 w 5734864"/>
              <a:gd name="connsiteY22" fmla="*/ 1627005 h 6858000"/>
              <a:gd name="connsiteX23" fmla="*/ 774645 w 5734864"/>
              <a:gd name="connsiteY23" fmla="*/ 1699922 h 6858000"/>
              <a:gd name="connsiteX24" fmla="*/ 752343 w 5734864"/>
              <a:gd name="connsiteY24" fmla="*/ 1824604 h 6858000"/>
              <a:gd name="connsiteX25" fmla="*/ 746254 w 5734864"/>
              <a:gd name="connsiteY25" fmla="*/ 1850222 h 6858000"/>
              <a:gd name="connsiteX26" fmla="*/ 728600 w 5734864"/>
              <a:gd name="connsiteY26" fmla="*/ 1869603 h 6858000"/>
              <a:gd name="connsiteX27" fmla="*/ 724396 w 5734864"/>
              <a:gd name="connsiteY27" fmla="*/ 1883104 h 6858000"/>
              <a:gd name="connsiteX28" fmla="*/ 722165 w 5734864"/>
              <a:gd name="connsiteY28" fmla="*/ 1885924 h 6858000"/>
              <a:gd name="connsiteX29" fmla="*/ 721338 w 5734864"/>
              <a:gd name="connsiteY29" fmla="*/ 1887123 h 6858000"/>
              <a:gd name="connsiteX30" fmla="*/ 714840 w 5734864"/>
              <a:gd name="connsiteY30" fmla="*/ 1902274 h 6858000"/>
              <a:gd name="connsiteX31" fmla="*/ 722847 w 5734864"/>
              <a:gd name="connsiteY31" fmla="*/ 1929891 h 6858000"/>
              <a:gd name="connsiteX32" fmla="*/ 714660 w 5734864"/>
              <a:gd name="connsiteY32" fmla="*/ 1982709 h 6858000"/>
              <a:gd name="connsiteX33" fmla="*/ 710759 w 5734864"/>
              <a:gd name="connsiteY33" fmla="*/ 2013010 h 6858000"/>
              <a:gd name="connsiteX34" fmla="*/ 697927 w 5734864"/>
              <a:gd name="connsiteY34" fmla="*/ 2069833 h 6858000"/>
              <a:gd name="connsiteX35" fmla="*/ 693594 w 5734864"/>
              <a:gd name="connsiteY35" fmla="*/ 2103731 h 6858000"/>
              <a:gd name="connsiteX36" fmla="*/ 691109 w 5734864"/>
              <a:gd name="connsiteY36" fmla="*/ 2124027 h 6858000"/>
              <a:gd name="connsiteX37" fmla="*/ 676593 w 5734864"/>
              <a:gd name="connsiteY37" fmla="*/ 2176182 h 6858000"/>
              <a:gd name="connsiteX38" fmla="*/ 633227 w 5734864"/>
              <a:gd name="connsiteY38" fmla="*/ 2258036 h 6858000"/>
              <a:gd name="connsiteX39" fmla="*/ 625564 w 5734864"/>
              <a:gd name="connsiteY39" fmla="*/ 2284567 h 6858000"/>
              <a:gd name="connsiteX40" fmla="*/ 627074 w 5734864"/>
              <a:gd name="connsiteY40" fmla="*/ 2289605 h 6858000"/>
              <a:gd name="connsiteX41" fmla="*/ 614574 w 5734864"/>
              <a:gd name="connsiteY41" fmla="*/ 2308717 h 6858000"/>
              <a:gd name="connsiteX42" fmla="*/ 606890 w 5734864"/>
              <a:gd name="connsiteY42" fmla="*/ 2320662 h 6858000"/>
              <a:gd name="connsiteX43" fmla="*/ 605558 w 5734864"/>
              <a:gd name="connsiteY43" fmla="*/ 2327897 h 6858000"/>
              <a:gd name="connsiteX44" fmla="*/ 602202 w 5734864"/>
              <a:gd name="connsiteY44" fmla="*/ 2357749 h 6858000"/>
              <a:gd name="connsiteX45" fmla="*/ 600213 w 5734864"/>
              <a:gd name="connsiteY45" fmla="*/ 2364905 h 6858000"/>
              <a:gd name="connsiteX46" fmla="*/ 597160 w 5734864"/>
              <a:gd name="connsiteY46" fmla="*/ 2388351 h 6858000"/>
              <a:gd name="connsiteX47" fmla="*/ 597982 w 5734864"/>
              <a:gd name="connsiteY47" fmla="*/ 2402296 h 6858000"/>
              <a:gd name="connsiteX48" fmla="*/ 593150 w 5734864"/>
              <a:gd name="connsiteY48" fmla="*/ 2420015 h 6858000"/>
              <a:gd name="connsiteX49" fmla="*/ 592833 w 5734864"/>
              <a:gd name="connsiteY49" fmla="*/ 2422749 h 6858000"/>
              <a:gd name="connsiteX50" fmla="*/ 594479 w 5734864"/>
              <a:gd name="connsiteY50" fmla="*/ 2426002 h 6858000"/>
              <a:gd name="connsiteX51" fmla="*/ 591963 w 5734864"/>
              <a:gd name="connsiteY51" fmla="*/ 2431950 h 6858000"/>
              <a:gd name="connsiteX52" fmla="*/ 591544 w 5734864"/>
              <a:gd name="connsiteY52" fmla="*/ 2433897 h 6858000"/>
              <a:gd name="connsiteX53" fmla="*/ 589519 w 5734864"/>
              <a:gd name="connsiteY53" fmla="*/ 2451398 h 6858000"/>
              <a:gd name="connsiteX54" fmla="*/ 590037 w 5734864"/>
              <a:gd name="connsiteY54" fmla="*/ 2455536 h 6858000"/>
              <a:gd name="connsiteX55" fmla="*/ 588179 w 5734864"/>
              <a:gd name="connsiteY55" fmla="*/ 2462981 h 6858000"/>
              <a:gd name="connsiteX56" fmla="*/ 583434 w 5734864"/>
              <a:gd name="connsiteY56" fmla="*/ 2503991 h 6858000"/>
              <a:gd name="connsiteX57" fmla="*/ 567942 w 5734864"/>
              <a:gd name="connsiteY57" fmla="*/ 2652936 h 6858000"/>
              <a:gd name="connsiteX58" fmla="*/ 573869 w 5734864"/>
              <a:gd name="connsiteY58" fmla="*/ 2670188 h 6858000"/>
              <a:gd name="connsiteX59" fmla="*/ 575243 w 5734864"/>
              <a:gd name="connsiteY59" fmla="*/ 2688114 h 6858000"/>
              <a:gd name="connsiteX60" fmla="*/ 573824 w 5734864"/>
              <a:gd name="connsiteY60" fmla="*/ 2689856 h 6858000"/>
              <a:gd name="connsiteX61" fmla="*/ 570699 w 5734864"/>
              <a:gd name="connsiteY61" fmla="*/ 2709353 h 6858000"/>
              <a:gd name="connsiteX62" fmla="*/ 573192 w 5734864"/>
              <a:gd name="connsiteY62" fmla="*/ 2714527 h 6858000"/>
              <a:gd name="connsiteX63" fmla="*/ 572044 w 5734864"/>
              <a:gd name="connsiteY63" fmla="*/ 2728187 h 6858000"/>
              <a:gd name="connsiteX64" fmla="*/ 572465 w 5734864"/>
              <a:gd name="connsiteY64" fmla="*/ 2755863 h 6858000"/>
              <a:gd name="connsiteX65" fmla="*/ 570028 w 5734864"/>
              <a:gd name="connsiteY65" fmla="*/ 2760324 h 6858000"/>
              <a:gd name="connsiteX66" fmla="*/ 566748 w 5734864"/>
              <a:gd name="connsiteY66" fmla="*/ 2800948 h 6858000"/>
              <a:gd name="connsiteX67" fmla="*/ 565509 w 5734864"/>
              <a:gd name="connsiteY67" fmla="*/ 2801167 h 6858000"/>
              <a:gd name="connsiteX68" fmla="*/ 559367 w 5734864"/>
              <a:gd name="connsiteY68" fmla="*/ 2811129 h 6858000"/>
              <a:gd name="connsiteX69" fmla="*/ 550354 w 5734864"/>
              <a:gd name="connsiteY69" fmla="*/ 2830949 h 6858000"/>
              <a:gd name="connsiteX70" fmla="*/ 514795 w 5734864"/>
              <a:gd name="connsiteY70" fmla="*/ 2872433 h 6858000"/>
              <a:gd name="connsiteX71" fmla="*/ 509875 w 5734864"/>
              <a:gd name="connsiteY71" fmla="*/ 2923099 h 6858000"/>
              <a:gd name="connsiteX72" fmla="*/ 509577 w 5734864"/>
              <a:gd name="connsiteY72" fmla="*/ 2923197 h 6858000"/>
              <a:gd name="connsiteX73" fmla="*/ 507597 w 5734864"/>
              <a:gd name="connsiteY73" fmla="*/ 2931868 h 6858000"/>
              <a:gd name="connsiteX74" fmla="*/ 507379 w 5734864"/>
              <a:gd name="connsiteY74" fmla="*/ 2938322 h 6858000"/>
              <a:gd name="connsiteX75" fmla="*/ 504725 w 5734864"/>
              <a:gd name="connsiteY75" fmla="*/ 2954519 h 6858000"/>
              <a:gd name="connsiteX76" fmla="*/ 502018 w 5734864"/>
              <a:gd name="connsiteY76" fmla="*/ 2959643 h 6858000"/>
              <a:gd name="connsiteX77" fmla="*/ 498360 w 5734864"/>
              <a:gd name="connsiteY77" fmla="*/ 2961019 h 6858000"/>
              <a:gd name="connsiteX78" fmla="*/ 498483 w 5734864"/>
              <a:gd name="connsiteY78" fmla="*/ 2962590 h 6858000"/>
              <a:gd name="connsiteX79" fmla="*/ 484403 w 5734864"/>
              <a:gd name="connsiteY79" fmla="*/ 2990538 h 6858000"/>
              <a:gd name="connsiteX80" fmla="*/ 463075 w 5734864"/>
              <a:gd name="connsiteY80" fmla="*/ 3055956 h 6858000"/>
              <a:gd name="connsiteX81" fmla="*/ 455013 w 5734864"/>
              <a:gd name="connsiteY81" fmla="*/ 3094482 h 6858000"/>
              <a:gd name="connsiteX82" fmla="*/ 428391 w 5734864"/>
              <a:gd name="connsiteY82" fmla="*/ 3198850 h 6858000"/>
              <a:gd name="connsiteX83" fmla="*/ 401440 w 5734864"/>
              <a:gd name="connsiteY83" fmla="*/ 3307560 h 6858000"/>
              <a:gd name="connsiteX84" fmla="*/ 386076 w 5734864"/>
              <a:gd name="connsiteY84" fmla="*/ 3373943 h 6858000"/>
              <a:gd name="connsiteX85" fmla="*/ 374726 w 5734864"/>
              <a:gd name="connsiteY85" fmla="*/ 3381364 h 6858000"/>
              <a:gd name="connsiteX86" fmla="*/ 369145 w 5734864"/>
              <a:gd name="connsiteY86" fmla="*/ 3383729 h 6858000"/>
              <a:gd name="connsiteX87" fmla="*/ 364294 w 5734864"/>
              <a:gd name="connsiteY87" fmla="*/ 3414159 h 6858000"/>
              <a:gd name="connsiteX88" fmla="*/ 366450 w 5734864"/>
              <a:gd name="connsiteY88" fmla="*/ 3436925 h 6858000"/>
              <a:gd name="connsiteX89" fmla="*/ 351743 w 5734864"/>
              <a:gd name="connsiteY89" fmla="*/ 3521619 h 6858000"/>
              <a:gd name="connsiteX90" fmla="*/ 345784 w 5734864"/>
              <a:gd name="connsiteY90" fmla="*/ 3603757 h 6858000"/>
              <a:gd name="connsiteX91" fmla="*/ 344198 w 5734864"/>
              <a:gd name="connsiteY91" fmla="*/ 3652424 h 6858000"/>
              <a:gd name="connsiteX92" fmla="*/ 352450 w 5734864"/>
              <a:gd name="connsiteY92" fmla="*/ 3665222 h 6858000"/>
              <a:gd name="connsiteX93" fmla="*/ 342621 w 5734864"/>
              <a:gd name="connsiteY93" fmla="*/ 3700804 h 6858000"/>
              <a:gd name="connsiteX94" fmla="*/ 341514 w 5734864"/>
              <a:gd name="connsiteY94" fmla="*/ 3734774 h 6858000"/>
              <a:gd name="connsiteX95" fmla="*/ 340607 w 5734864"/>
              <a:gd name="connsiteY95" fmla="*/ 3785153 h 6858000"/>
              <a:gd name="connsiteX96" fmla="*/ 340707 w 5734864"/>
              <a:gd name="connsiteY96" fmla="*/ 3788177 h 6858000"/>
              <a:gd name="connsiteX97" fmla="*/ 340361 w 5734864"/>
              <a:gd name="connsiteY97" fmla="*/ 3798803 h 6858000"/>
              <a:gd name="connsiteX98" fmla="*/ 339642 w 5734864"/>
              <a:gd name="connsiteY98" fmla="*/ 3838750 h 6858000"/>
              <a:gd name="connsiteX99" fmla="*/ 360295 w 5734864"/>
              <a:gd name="connsiteY99" fmla="*/ 4015196 h 6858000"/>
              <a:gd name="connsiteX100" fmla="*/ 339043 w 5734864"/>
              <a:gd name="connsiteY100" fmla="*/ 4052778 h 6858000"/>
              <a:gd name="connsiteX101" fmla="*/ 339343 w 5734864"/>
              <a:gd name="connsiteY101" fmla="*/ 4096257 h 6858000"/>
              <a:gd name="connsiteX102" fmla="*/ 340786 w 5734864"/>
              <a:gd name="connsiteY102" fmla="*/ 4321136 h 6858000"/>
              <a:gd name="connsiteX103" fmla="*/ 343158 w 5734864"/>
              <a:gd name="connsiteY103" fmla="*/ 4429174 h 6858000"/>
              <a:gd name="connsiteX104" fmla="*/ 334599 w 5734864"/>
              <a:gd name="connsiteY104" fmla="*/ 4449938 h 6858000"/>
              <a:gd name="connsiteX105" fmla="*/ 332890 w 5734864"/>
              <a:gd name="connsiteY105" fmla="*/ 4453515 h 6858000"/>
              <a:gd name="connsiteX106" fmla="*/ 331105 w 5734864"/>
              <a:gd name="connsiteY106" fmla="*/ 4467941 h 6858000"/>
              <a:gd name="connsiteX107" fmla="*/ 324289 w 5734864"/>
              <a:gd name="connsiteY107" fmla="*/ 4471861 h 6858000"/>
              <a:gd name="connsiteX108" fmla="*/ 317079 w 5734864"/>
              <a:gd name="connsiteY108" fmla="*/ 4493468 h 6858000"/>
              <a:gd name="connsiteX109" fmla="*/ 315557 w 5734864"/>
              <a:gd name="connsiteY109" fmla="*/ 4520067 h 6858000"/>
              <a:gd name="connsiteX110" fmla="*/ 315240 w 5734864"/>
              <a:gd name="connsiteY110" fmla="*/ 4536872 h 6858000"/>
              <a:gd name="connsiteX111" fmla="*/ 316200 w 5734864"/>
              <a:gd name="connsiteY111" fmla="*/ 4538297 h 6858000"/>
              <a:gd name="connsiteX112" fmla="*/ 317507 w 5734864"/>
              <a:gd name="connsiteY112" fmla="*/ 4547582 h 6858000"/>
              <a:gd name="connsiteX113" fmla="*/ 323078 w 5734864"/>
              <a:gd name="connsiteY113" fmla="*/ 4592102 h 6858000"/>
              <a:gd name="connsiteX114" fmla="*/ 328722 w 5734864"/>
              <a:gd name="connsiteY114" fmla="*/ 4667914 h 6858000"/>
              <a:gd name="connsiteX115" fmla="*/ 335597 w 5734864"/>
              <a:gd name="connsiteY115" fmla="*/ 4695035 h 6858000"/>
              <a:gd name="connsiteX116" fmla="*/ 339485 w 5734864"/>
              <a:gd name="connsiteY116" fmla="*/ 4695979 h 6858000"/>
              <a:gd name="connsiteX117" fmla="*/ 341089 w 5734864"/>
              <a:gd name="connsiteY117" fmla="*/ 4704268 h 6858000"/>
              <a:gd name="connsiteX118" fmla="*/ 342177 w 5734864"/>
              <a:gd name="connsiteY118" fmla="*/ 4706060 h 6858000"/>
              <a:gd name="connsiteX119" fmla="*/ 347751 w 5734864"/>
              <a:gd name="connsiteY119" fmla="*/ 4716754 h 6858000"/>
              <a:gd name="connsiteX120" fmla="*/ 344125 w 5734864"/>
              <a:gd name="connsiteY120" fmla="*/ 4764669 h 6858000"/>
              <a:gd name="connsiteX121" fmla="*/ 340188 w 5734864"/>
              <a:gd name="connsiteY121" fmla="*/ 4779386 h 6858000"/>
              <a:gd name="connsiteX122" fmla="*/ 335146 w 5734864"/>
              <a:gd name="connsiteY122" fmla="*/ 4787491 h 6858000"/>
              <a:gd name="connsiteX123" fmla="*/ 319124 w 5734864"/>
              <a:gd name="connsiteY123" fmla="*/ 4843514 h 6858000"/>
              <a:gd name="connsiteX124" fmla="*/ 305956 w 5734864"/>
              <a:gd name="connsiteY124" fmla="*/ 4881505 h 6858000"/>
              <a:gd name="connsiteX125" fmla="*/ 301062 w 5734864"/>
              <a:gd name="connsiteY125" fmla="*/ 4889332 h 6858000"/>
              <a:gd name="connsiteX126" fmla="*/ 302141 w 5734864"/>
              <a:gd name="connsiteY126" fmla="*/ 4899400 h 6858000"/>
              <a:gd name="connsiteX127" fmla="*/ 304424 w 5734864"/>
              <a:gd name="connsiteY127" fmla="*/ 4902664 h 6858000"/>
              <a:gd name="connsiteX128" fmla="*/ 293123 w 5734864"/>
              <a:gd name="connsiteY128" fmla="*/ 4932769 h 6858000"/>
              <a:gd name="connsiteX129" fmla="*/ 292275 w 5734864"/>
              <a:gd name="connsiteY129" fmla="*/ 4936482 h 6858000"/>
              <a:gd name="connsiteX130" fmla="*/ 288304 w 5734864"/>
              <a:gd name="connsiteY130" fmla="*/ 4962325 h 6858000"/>
              <a:gd name="connsiteX131" fmla="*/ 287420 w 5734864"/>
              <a:gd name="connsiteY131" fmla="*/ 5042193 h 6858000"/>
              <a:gd name="connsiteX132" fmla="*/ 287020 w 5734864"/>
              <a:gd name="connsiteY132" fmla="*/ 5065655 h 6858000"/>
              <a:gd name="connsiteX133" fmla="*/ 288488 w 5734864"/>
              <a:gd name="connsiteY133" fmla="*/ 5082216 h 6858000"/>
              <a:gd name="connsiteX134" fmla="*/ 282763 w 5734864"/>
              <a:gd name="connsiteY134" fmla="*/ 5127114 h 6858000"/>
              <a:gd name="connsiteX135" fmla="*/ 269316 w 5734864"/>
              <a:gd name="connsiteY135" fmla="*/ 5202682 h 6858000"/>
              <a:gd name="connsiteX136" fmla="*/ 269174 w 5734864"/>
              <a:gd name="connsiteY136" fmla="*/ 5230835 h 6858000"/>
              <a:gd name="connsiteX137" fmla="*/ 272679 w 5734864"/>
              <a:gd name="connsiteY137" fmla="*/ 5232660 h 6858000"/>
              <a:gd name="connsiteX138" fmla="*/ 272160 w 5734864"/>
              <a:gd name="connsiteY138" fmla="*/ 5241150 h 6858000"/>
              <a:gd name="connsiteX139" fmla="*/ 272760 w 5734864"/>
              <a:gd name="connsiteY139" fmla="*/ 5243156 h 6858000"/>
              <a:gd name="connsiteX140" fmla="*/ 275462 w 5734864"/>
              <a:gd name="connsiteY140" fmla="*/ 5254919 h 6858000"/>
              <a:gd name="connsiteX141" fmla="*/ 262897 w 5734864"/>
              <a:gd name="connsiteY141" fmla="*/ 5286259 h 6858000"/>
              <a:gd name="connsiteX142" fmla="*/ 252761 w 5734864"/>
              <a:gd name="connsiteY142" fmla="*/ 5357801 h 6858000"/>
              <a:gd name="connsiteX143" fmla="*/ 242360 w 5734864"/>
              <a:gd name="connsiteY143" fmla="*/ 5460080 h 6858000"/>
              <a:gd name="connsiteX144" fmla="*/ 229880 w 5734864"/>
              <a:gd name="connsiteY144" fmla="*/ 5539714 h 6858000"/>
              <a:gd name="connsiteX145" fmla="*/ 204283 w 5734864"/>
              <a:gd name="connsiteY145" fmla="*/ 5639080 h 6858000"/>
              <a:gd name="connsiteX146" fmla="*/ 198948 w 5734864"/>
              <a:gd name="connsiteY146" fmla="*/ 5710958 h 6858000"/>
              <a:gd name="connsiteX147" fmla="*/ 192367 w 5734864"/>
              <a:gd name="connsiteY147" fmla="*/ 5719859 h 6858000"/>
              <a:gd name="connsiteX148" fmla="*/ 188035 w 5734864"/>
              <a:gd name="connsiteY148" fmla="*/ 5729935 h 6858000"/>
              <a:gd name="connsiteX149" fmla="*/ 188428 w 5734864"/>
              <a:gd name="connsiteY149" fmla="*/ 5731182 h 6858000"/>
              <a:gd name="connsiteX150" fmla="*/ 181635 w 5734864"/>
              <a:gd name="connsiteY150" fmla="*/ 5753538 h 6858000"/>
              <a:gd name="connsiteX151" fmla="*/ 169744 w 5734864"/>
              <a:gd name="connsiteY151" fmla="*/ 5796307 h 6858000"/>
              <a:gd name="connsiteX152" fmla="*/ 170351 w 5734864"/>
              <a:gd name="connsiteY152" fmla="*/ 5796644 h 6858000"/>
              <a:gd name="connsiteX153" fmla="*/ 171559 w 5734864"/>
              <a:gd name="connsiteY153" fmla="*/ 5803435 h 6858000"/>
              <a:gd name="connsiteX154" fmla="*/ 172284 w 5734864"/>
              <a:gd name="connsiteY154" fmla="*/ 5816391 h 6858000"/>
              <a:gd name="connsiteX155" fmla="*/ 182542 w 5734864"/>
              <a:gd name="connsiteY155" fmla="*/ 5846382 h 6858000"/>
              <a:gd name="connsiteX156" fmla="*/ 175877 w 5734864"/>
              <a:gd name="connsiteY156" fmla="*/ 5871336 h 6858000"/>
              <a:gd name="connsiteX157" fmla="*/ 174910 w 5734864"/>
              <a:gd name="connsiteY157" fmla="*/ 5876376 h 6858000"/>
              <a:gd name="connsiteX158" fmla="*/ 175047 w 5734864"/>
              <a:gd name="connsiteY158" fmla="*/ 5876483 h 6858000"/>
              <a:gd name="connsiteX159" fmla="*/ 174335 w 5734864"/>
              <a:gd name="connsiteY159" fmla="*/ 5881814 h 6858000"/>
              <a:gd name="connsiteX160" fmla="*/ 171273 w 5734864"/>
              <a:gd name="connsiteY160" fmla="*/ 5895339 h 6858000"/>
              <a:gd name="connsiteX161" fmla="*/ 171658 w 5734864"/>
              <a:gd name="connsiteY161" fmla="*/ 5898749 h 6858000"/>
              <a:gd name="connsiteX162" fmla="*/ 174658 w 5734864"/>
              <a:gd name="connsiteY162" fmla="*/ 5919558 h 6858000"/>
              <a:gd name="connsiteX163" fmla="*/ 169099 w 5734864"/>
              <a:gd name="connsiteY163" fmla="*/ 5984417 h 6858000"/>
              <a:gd name="connsiteX164" fmla="*/ 162007 w 5734864"/>
              <a:gd name="connsiteY164" fmla="*/ 6049043 h 6858000"/>
              <a:gd name="connsiteX165" fmla="*/ 156875 w 5734864"/>
              <a:gd name="connsiteY165" fmla="*/ 6114000 h 6858000"/>
              <a:gd name="connsiteX166" fmla="*/ 165441 w 5734864"/>
              <a:gd name="connsiteY166" fmla="*/ 6146938 h 6858000"/>
              <a:gd name="connsiteX167" fmla="*/ 165177 w 5734864"/>
              <a:gd name="connsiteY167" fmla="*/ 6150658 h 6858000"/>
              <a:gd name="connsiteX168" fmla="*/ 161772 w 5734864"/>
              <a:gd name="connsiteY168" fmla="*/ 6160011 h 6858000"/>
              <a:gd name="connsiteX169" fmla="*/ 160051 w 5734864"/>
              <a:gd name="connsiteY169" fmla="*/ 6163393 h 6858000"/>
              <a:gd name="connsiteX170" fmla="*/ 158473 w 5734864"/>
              <a:gd name="connsiteY170" fmla="*/ 6168628 h 6858000"/>
              <a:gd name="connsiteX171" fmla="*/ 158573 w 5734864"/>
              <a:gd name="connsiteY171" fmla="*/ 6168799 h 6858000"/>
              <a:gd name="connsiteX172" fmla="*/ 146463 w 5734864"/>
              <a:gd name="connsiteY172" fmla="*/ 6196671 h 6858000"/>
              <a:gd name="connsiteX173" fmla="*/ 150209 w 5734864"/>
              <a:gd name="connsiteY173" fmla="*/ 6232365 h 6858000"/>
              <a:gd name="connsiteX174" fmla="*/ 148544 w 5734864"/>
              <a:gd name="connsiteY174" fmla="*/ 6246162 h 6858000"/>
              <a:gd name="connsiteX175" fmla="*/ 148403 w 5734864"/>
              <a:gd name="connsiteY175" fmla="*/ 6253754 h 6858000"/>
              <a:gd name="connsiteX176" fmla="*/ 138880 w 5734864"/>
              <a:gd name="connsiteY176" fmla="*/ 6276449 h 6858000"/>
              <a:gd name="connsiteX177" fmla="*/ 138683 w 5734864"/>
              <a:gd name="connsiteY177" fmla="*/ 6279721 h 6858000"/>
              <a:gd name="connsiteX178" fmla="*/ 130721 w 5734864"/>
              <a:gd name="connsiteY178" fmla="*/ 6293675 h 6858000"/>
              <a:gd name="connsiteX179" fmla="*/ 120717 w 5734864"/>
              <a:gd name="connsiteY179" fmla="*/ 6313967 h 6858000"/>
              <a:gd name="connsiteX180" fmla="*/ 120841 w 5734864"/>
              <a:gd name="connsiteY180" fmla="*/ 6315437 h 6858000"/>
              <a:gd name="connsiteX181" fmla="*/ 115208 w 5734864"/>
              <a:gd name="connsiteY181" fmla="*/ 6324024 h 6858000"/>
              <a:gd name="connsiteX182" fmla="*/ 101217 w 5734864"/>
              <a:gd name="connsiteY182" fmla="*/ 6365923 h 6858000"/>
              <a:gd name="connsiteX183" fmla="*/ 74946 w 5734864"/>
              <a:gd name="connsiteY183" fmla="*/ 6556817 h 6858000"/>
              <a:gd name="connsiteX184" fmla="*/ 16001 w 5734864"/>
              <a:gd name="connsiteY184" fmla="*/ 6808678 h 6858000"/>
              <a:gd name="connsiteX185" fmla="*/ 0 w 5734864"/>
              <a:gd name="connsiteY185" fmla="*/ 6858000 h 6858000"/>
              <a:gd name="connsiteX186" fmla="*/ 5734864 w 5734864"/>
              <a:gd name="connsiteY186" fmla="*/ 6858000 h 6858000"/>
              <a:gd name="connsiteX187" fmla="*/ 5734864 w 5734864"/>
              <a:gd name="connsiteY18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Lst>
            <a:rect l="l" t="t" r="r" b="b"/>
            <a:pathLst>
              <a:path w="5734864" h="6858000">
                <a:moveTo>
                  <a:pt x="5734864" y="0"/>
                </a:moveTo>
                <a:lnTo>
                  <a:pt x="771611" y="0"/>
                </a:lnTo>
                <a:cubicBezTo>
                  <a:pt x="771634" y="16369"/>
                  <a:pt x="771656" y="32739"/>
                  <a:pt x="771679" y="49108"/>
                </a:cubicBezTo>
                <a:cubicBezTo>
                  <a:pt x="775201" y="55622"/>
                  <a:pt x="788724" y="196721"/>
                  <a:pt x="794248" y="200968"/>
                </a:cubicBezTo>
                <a:lnTo>
                  <a:pt x="801749" y="414071"/>
                </a:lnTo>
                <a:cubicBezTo>
                  <a:pt x="807329" y="440933"/>
                  <a:pt x="835107" y="598697"/>
                  <a:pt x="818548" y="585467"/>
                </a:cubicBezTo>
                <a:cubicBezTo>
                  <a:pt x="856197" y="664140"/>
                  <a:pt x="837895" y="708473"/>
                  <a:pt x="857476" y="800623"/>
                </a:cubicBezTo>
                <a:cubicBezTo>
                  <a:pt x="822401" y="857344"/>
                  <a:pt x="855723" y="824571"/>
                  <a:pt x="851083" y="878903"/>
                </a:cubicBezTo>
                <a:cubicBezTo>
                  <a:pt x="884811" y="859448"/>
                  <a:pt x="834648" y="946397"/>
                  <a:pt x="873564" y="943826"/>
                </a:cubicBezTo>
                <a:cubicBezTo>
                  <a:pt x="871487" y="953795"/>
                  <a:pt x="868248" y="963533"/>
                  <a:pt x="864705" y="973328"/>
                </a:cubicBezTo>
                <a:lnTo>
                  <a:pt x="862869" y="978457"/>
                </a:lnTo>
                <a:lnTo>
                  <a:pt x="862233" y="998041"/>
                </a:lnTo>
                <a:lnTo>
                  <a:pt x="853665" y="1004750"/>
                </a:lnTo>
                <a:lnTo>
                  <a:pt x="847865" y="1070795"/>
                </a:lnTo>
                <a:cubicBezTo>
                  <a:pt x="870234" y="1110486"/>
                  <a:pt x="833172" y="1190441"/>
                  <a:pt x="862786" y="1238994"/>
                </a:cubicBezTo>
                <a:cubicBezTo>
                  <a:pt x="864699" y="1290599"/>
                  <a:pt x="860615" y="1347716"/>
                  <a:pt x="859345" y="1380427"/>
                </a:cubicBezTo>
                <a:cubicBezTo>
                  <a:pt x="845703" y="1396391"/>
                  <a:pt x="873184" y="1435525"/>
                  <a:pt x="855172" y="1435262"/>
                </a:cubicBezTo>
                <a:lnTo>
                  <a:pt x="860494" y="1453861"/>
                </a:lnTo>
                <a:lnTo>
                  <a:pt x="853731" y="1467047"/>
                </a:lnTo>
                <a:cubicBezTo>
                  <a:pt x="846549" y="1480528"/>
                  <a:pt x="841728" y="1491093"/>
                  <a:pt x="845847" y="1502307"/>
                </a:cubicBezTo>
                <a:lnTo>
                  <a:pt x="817613" y="1565166"/>
                </a:lnTo>
                <a:cubicBezTo>
                  <a:pt x="805468" y="1557258"/>
                  <a:pt x="816534" y="1596564"/>
                  <a:pt x="804223" y="1601941"/>
                </a:cubicBezTo>
                <a:cubicBezTo>
                  <a:pt x="794287" y="1604654"/>
                  <a:pt x="795328" y="1617209"/>
                  <a:pt x="791773" y="1627005"/>
                </a:cubicBezTo>
                <a:cubicBezTo>
                  <a:pt x="781684" y="1634393"/>
                  <a:pt x="772978" y="1683187"/>
                  <a:pt x="774645" y="1699922"/>
                </a:cubicBezTo>
                <a:cubicBezTo>
                  <a:pt x="785341" y="1746767"/>
                  <a:pt x="744845" y="1787099"/>
                  <a:pt x="752343" y="1824604"/>
                </a:cubicBezTo>
                <a:cubicBezTo>
                  <a:pt x="751502" y="1834578"/>
                  <a:pt x="749297" y="1842929"/>
                  <a:pt x="746254" y="1850222"/>
                </a:cubicBezTo>
                <a:lnTo>
                  <a:pt x="728600" y="1869603"/>
                </a:lnTo>
                <a:lnTo>
                  <a:pt x="724396" y="1883104"/>
                </a:lnTo>
                <a:lnTo>
                  <a:pt x="722165" y="1885924"/>
                </a:lnTo>
                <a:lnTo>
                  <a:pt x="721338" y="1887123"/>
                </a:lnTo>
                <a:lnTo>
                  <a:pt x="714840" y="1902274"/>
                </a:lnTo>
                <a:lnTo>
                  <a:pt x="722847" y="1929891"/>
                </a:lnTo>
                <a:lnTo>
                  <a:pt x="714660" y="1982709"/>
                </a:lnTo>
                <a:cubicBezTo>
                  <a:pt x="727725" y="2006201"/>
                  <a:pt x="714739" y="1997091"/>
                  <a:pt x="710759" y="2013010"/>
                </a:cubicBezTo>
                <a:cubicBezTo>
                  <a:pt x="707970" y="2027531"/>
                  <a:pt x="700788" y="2054714"/>
                  <a:pt x="697927" y="2069833"/>
                </a:cubicBezTo>
                <a:cubicBezTo>
                  <a:pt x="685211" y="2080229"/>
                  <a:pt x="698762" y="2088241"/>
                  <a:pt x="693594" y="2103731"/>
                </a:cubicBezTo>
                <a:cubicBezTo>
                  <a:pt x="688481" y="2110649"/>
                  <a:pt x="687183" y="2115973"/>
                  <a:pt x="691109" y="2124027"/>
                </a:cubicBezTo>
                <a:cubicBezTo>
                  <a:pt x="666413" y="2155740"/>
                  <a:pt x="688031" y="2144874"/>
                  <a:pt x="676593" y="2176182"/>
                </a:cubicBezTo>
                <a:cubicBezTo>
                  <a:pt x="665190" y="2202944"/>
                  <a:pt x="656416" y="2233857"/>
                  <a:pt x="633227" y="2258036"/>
                </a:cubicBezTo>
                <a:cubicBezTo>
                  <a:pt x="626930" y="2262191"/>
                  <a:pt x="623498" y="2274069"/>
                  <a:pt x="625564" y="2284567"/>
                </a:cubicBezTo>
                <a:cubicBezTo>
                  <a:pt x="625918" y="2286374"/>
                  <a:pt x="626427" y="2288071"/>
                  <a:pt x="627074" y="2289605"/>
                </a:cubicBezTo>
                <a:cubicBezTo>
                  <a:pt x="619029" y="2296628"/>
                  <a:pt x="616453" y="2303188"/>
                  <a:pt x="614574" y="2308717"/>
                </a:cubicBezTo>
                <a:lnTo>
                  <a:pt x="606890" y="2320662"/>
                </a:lnTo>
                <a:lnTo>
                  <a:pt x="605558" y="2327897"/>
                </a:lnTo>
                <a:lnTo>
                  <a:pt x="602202" y="2357749"/>
                </a:lnTo>
                <a:lnTo>
                  <a:pt x="600213" y="2364905"/>
                </a:lnTo>
                <a:lnTo>
                  <a:pt x="597160" y="2388351"/>
                </a:lnTo>
                <a:lnTo>
                  <a:pt x="597982" y="2402296"/>
                </a:lnTo>
                <a:lnTo>
                  <a:pt x="593150" y="2420015"/>
                </a:lnTo>
                <a:cubicBezTo>
                  <a:pt x="593044" y="2420926"/>
                  <a:pt x="592939" y="2421838"/>
                  <a:pt x="592833" y="2422749"/>
                </a:cubicBezTo>
                <a:lnTo>
                  <a:pt x="594479" y="2426002"/>
                </a:lnTo>
                <a:cubicBezTo>
                  <a:pt x="594168" y="2427683"/>
                  <a:pt x="593118" y="2429721"/>
                  <a:pt x="591963" y="2431950"/>
                </a:cubicBezTo>
                <a:cubicBezTo>
                  <a:pt x="591823" y="2432599"/>
                  <a:pt x="591684" y="2433248"/>
                  <a:pt x="591544" y="2433897"/>
                </a:cubicBezTo>
                <a:lnTo>
                  <a:pt x="589519" y="2451398"/>
                </a:lnTo>
                <a:cubicBezTo>
                  <a:pt x="589692" y="2452777"/>
                  <a:pt x="589864" y="2454157"/>
                  <a:pt x="590037" y="2455536"/>
                </a:cubicBezTo>
                <a:lnTo>
                  <a:pt x="588179" y="2462981"/>
                </a:lnTo>
                <a:lnTo>
                  <a:pt x="583434" y="2503991"/>
                </a:lnTo>
                <a:cubicBezTo>
                  <a:pt x="576530" y="2566058"/>
                  <a:pt x="570433" y="2625224"/>
                  <a:pt x="567942" y="2652936"/>
                </a:cubicBezTo>
                <a:cubicBezTo>
                  <a:pt x="570864" y="2658290"/>
                  <a:pt x="572739" y="2664095"/>
                  <a:pt x="573869" y="2670188"/>
                </a:cubicBezTo>
                <a:lnTo>
                  <a:pt x="575243" y="2688114"/>
                </a:lnTo>
                <a:lnTo>
                  <a:pt x="573824" y="2689856"/>
                </a:lnTo>
                <a:cubicBezTo>
                  <a:pt x="569972" y="2698471"/>
                  <a:pt x="569572" y="2704494"/>
                  <a:pt x="570699" y="2709353"/>
                </a:cubicBezTo>
                <a:lnTo>
                  <a:pt x="573192" y="2714527"/>
                </a:lnTo>
                <a:cubicBezTo>
                  <a:pt x="572809" y="2719080"/>
                  <a:pt x="572427" y="2723634"/>
                  <a:pt x="572044" y="2728187"/>
                </a:cubicBezTo>
                <a:cubicBezTo>
                  <a:pt x="572184" y="2737412"/>
                  <a:pt x="572325" y="2746638"/>
                  <a:pt x="572465" y="2755863"/>
                </a:cubicBezTo>
                <a:lnTo>
                  <a:pt x="570028" y="2760324"/>
                </a:lnTo>
                <a:lnTo>
                  <a:pt x="566748" y="2800948"/>
                </a:lnTo>
                <a:lnTo>
                  <a:pt x="565509" y="2801167"/>
                </a:lnTo>
                <a:cubicBezTo>
                  <a:pt x="562655" y="2802587"/>
                  <a:pt x="560408" y="2805381"/>
                  <a:pt x="559367" y="2811129"/>
                </a:cubicBezTo>
                <a:cubicBezTo>
                  <a:pt x="543471" y="2797318"/>
                  <a:pt x="552020" y="2812773"/>
                  <a:pt x="550354" y="2830949"/>
                </a:cubicBezTo>
                <a:cubicBezTo>
                  <a:pt x="525292" y="2813553"/>
                  <a:pt x="531129" y="2868192"/>
                  <a:pt x="514795" y="2872433"/>
                </a:cubicBezTo>
                <a:lnTo>
                  <a:pt x="509875" y="2923099"/>
                </a:lnTo>
                <a:lnTo>
                  <a:pt x="509577" y="2923197"/>
                </a:lnTo>
                <a:cubicBezTo>
                  <a:pt x="508704" y="2924865"/>
                  <a:pt x="508038" y="2927556"/>
                  <a:pt x="507597" y="2931868"/>
                </a:cubicBezTo>
                <a:cubicBezTo>
                  <a:pt x="507524" y="2934019"/>
                  <a:pt x="507452" y="2936171"/>
                  <a:pt x="507379" y="2938322"/>
                </a:cubicBezTo>
                <a:lnTo>
                  <a:pt x="504725" y="2954519"/>
                </a:lnTo>
                <a:lnTo>
                  <a:pt x="502018" y="2959643"/>
                </a:lnTo>
                <a:lnTo>
                  <a:pt x="498360" y="2961019"/>
                </a:lnTo>
                <a:lnTo>
                  <a:pt x="498483" y="2962590"/>
                </a:lnTo>
                <a:cubicBezTo>
                  <a:pt x="502388" y="2975027"/>
                  <a:pt x="510202" y="2980016"/>
                  <a:pt x="484403" y="2990538"/>
                </a:cubicBezTo>
                <a:cubicBezTo>
                  <a:pt x="489425" y="3018352"/>
                  <a:pt x="474337" y="3021029"/>
                  <a:pt x="463075" y="3055956"/>
                </a:cubicBezTo>
                <a:cubicBezTo>
                  <a:pt x="469487" y="3072485"/>
                  <a:pt x="464165" y="3083955"/>
                  <a:pt x="455013" y="3094482"/>
                </a:cubicBezTo>
                <a:cubicBezTo>
                  <a:pt x="453131" y="3130054"/>
                  <a:pt x="437643" y="3160106"/>
                  <a:pt x="428391" y="3198850"/>
                </a:cubicBezTo>
                <a:lnTo>
                  <a:pt x="401440" y="3307560"/>
                </a:lnTo>
                <a:lnTo>
                  <a:pt x="386076" y="3373943"/>
                </a:lnTo>
                <a:cubicBezTo>
                  <a:pt x="386236" y="3376061"/>
                  <a:pt x="380537" y="3378856"/>
                  <a:pt x="374726" y="3381364"/>
                </a:cubicBezTo>
                <a:lnTo>
                  <a:pt x="369145" y="3383729"/>
                </a:lnTo>
                <a:lnTo>
                  <a:pt x="364294" y="3414159"/>
                </a:lnTo>
                <a:lnTo>
                  <a:pt x="366450" y="3436925"/>
                </a:lnTo>
                <a:lnTo>
                  <a:pt x="351743" y="3521619"/>
                </a:lnTo>
                <a:lnTo>
                  <a:pt x="345784" y="3603757"/>
                </a:lnTo>
                <a:cubicBezTo>
                  <a:pt x="345255" y="3619979"/>
                  <a:pt x="344727" y="3636202"/>
                  <a:pt x="344198" y="3652424"/>
                </a:cubicBezTo>
                <a:lnTo>
                  <a:pt x="352450" y="3665222"/>
                </a:lnTo>
                <a:lnTo>
                  <a:pt x="342621" y="3700804"/>
                </a:lnTo>
                <a:lnTo>
                  <a:pt x="341514" y="3734774"/>
                </a:lnTo>
                <a:cubicBezTo>
                  <a:pt x="341212" y="3751567"/>
                  <a:pt x="340909" y="3768360"/>
                  <a:pt x="340607" y="3785153"/>
                </a:cubicBezTo>
                <a:cubicBezTo>
                  <a:pt x="340640" y="3786161"/>
                  <a:pt x="340674" y="3787169"/>
                  <a:pt x="340707" y="3788177"/>
                </a:cubicBezTo>
                <a:cubicBezTo>
                  <a:pt x="340592" y="3791719"/>
                  <a:pt x="340476" y="3795261"/>
                  <a:pt x="340361" y="3798803"/>
                </a:cubicBezTo>
                <a:cubicBezTo>
                  <a:pt x="340121" y="3812119"/>
                  <a:pt x="339882" y="3825434"/>
                  <a:pt x="339642" y="3838750"/>
                </a:cubicBezTo>
                <a:cubicBezTo>
                  <a:pt x="337363" y="3949044"/>
                  <a:pt x="361794" y="3960437"/>
                  <a:pt x="360295" y="4015196"/>
                </a:cubicBezTo>
                <a:lnTo>
                  <a:pt x="339043" y="4052778"/>
                </a:lnTo>
                <a:lnTo>
                  <a:pt x="339343" y="4096257"/>
                </a:lnTo>
                <a:cubicBezTo>
                  <a:pt x="362058" y="4159145"/>
                  <a:pt x="332404" y="4250479"/>
                  <a:pt x="340786" y="4321136"/>
                </a:cubicBezTo>
                <a:cubicBezTo>
                  <a:pt x="341421" y="4376624"/>
                  <a:pt x="344189" y="4407708"/>
                  <a:pt x="343158" y="4429174"/>
                </a:cubicBezTo>
                <a:cubicBezTo>
                  <a:pt x="340948" y="4436304"/>
                  <a:pt x="337887" y="4443121"/>
                  <a:pt x="334599" y="4449938"/>
                </a:cubicBezTo>
                <a:lnTo>
                  <a:pt x="332890" y="4453515"/>
                </a:lnTo>
                <a:lnTo>
                  <a:pt x="331105" y="4467941"/>
                </a:lnTo>
                <a:lnTo>
                  <a:pt x="324289" y="4471861"/>
                </a:lnTo>
                <a:lnTo>
                  <a:pt x="317079" y="4493468"/>
                </a:lnTo>
                <a:cubicBezTo>
                  <a:pt x="315353" y="4501584"/>
                  <a:pt x="314639" y="4510343"/>
                  <a:pt x="315557" y="4520067"/>
                </a:cubicBezTo>
                <a:cubicBezTo>
                  <a:pt x="315451" y="4525669"/>
                  <a:pt x="315346" y="4531270"/>
                  <a:pt x="315240" y="4536872"/>
                </a:cubicBezTo>
                <a:lnTo>
                  <a:pt x="316200" y="4538297"/>
                </a:lnTo>
                <a:cubicBezTo>
                  <a:pt x="316738" y="4541182"/>
                  <a:pt x="316785" y="4544563"/>
                  <a:pt x="317507" y="4547582"/>
                </a:cubicBezTo>
                <a:cubicBezTo>
                  <a:pt x="322716" y="4552468"/>
                  <a:pt x="324912" y="4582137"/>
                  <a:pt x="323078" y="4592102"/>
                </a:cubicBezTo>
                <a:cubicBezTo>
                  <a:pt x="314597" y="4619728"/>
                  <a:pt x="334923" y="4645745"/>
                  <a:pt x="328722" y="4667914"/>
                </a:cubicBezTo>
                <a:cubicBezTo>
                  <a:pt x="330810" y="4685069"/>
                  <a:pt x="333803" y="4690356"/>
                  <a:pt x="335597" y="4695035"/>
                </a:cubicBezTo>
                <a:lnTo>
                  <a:pt x="339485" y="4695979"/>
                </a:lnTo>
                <a:lnTo>
                  <a:pt x="341089" y="4704268"/>
                </a:lnTo>
                <a:lnTo>
                  <a:pt x="342177" y="4706060"/>
                </a:lnTo>
                <a:cubicBezTo>
                  <a:pt x="344268" y="4709474"/>
                  <a:pt x="346234" y="4712931"/>
                  <a:pt x="347751" y="4716754"/>
                </a:cubicBezTo>
                <a:lnTo>
                  <a:pt x="344125" y="4764669"/>
                </a:lnTo>
                <a:lnTo>
                  <a:pt x="340188" y="4779386"/>
                </a:lnTo>
                <a:lnTo>
                  <a:pt x="335146" y="4787491"/>
                </a:lnTo>
                <a:lnTo>
                  <a:pt x="319124" y="4843514"/>
                </a:lnTo>
                <a:lnTo>
                  <a:pt x="305956" y="4881505"/>
                </a:lnTo>
                <a:lnTo>
                  <a:pt x="301062" y="4889332"/>
                </a:lnTo>
                <a:lnTo>
                  <a:pt x="302141" y="4899400"/>
                </a:lnTo>
                <a:cubicBezTo>
                  <a:pt x="302767" y="4900706"/>
                  <a:pt x="303536" y="4901803"/>
                  <a:pt x="304424" y="4902664"/>
                </a:cubicBezTo>
                <a:lnTo>
                  <a:pt x="293123" y="4932769"/>
                </a:lnTo>
                <a:lnTo>
                  <a:pt x="292275" y="4936482"/>
                </a:lnTo>
                <a:lnTo>
                  <a:pt x="288304" y="4962325"/>
                </a:lnTo>
                <a:cubicBezTo>
                  <a:pt x="288009" y="4988948"/>
                  <a:pt x="287715" y="5015570"/>
                  <a:pt x="287420" y="5042193"/>
                </a:cubicBezTo>
                <a:cubicBezTo>
                  <a:pt x="295373" y="5039737"/>
                  <a:pt x="281659" y="5060438"/>
                  <a:pt x="287020" y="5065655"/>
                </a:cubicBezTo>
                <a:cubicBezTo>
                  <a:pt x="291675" y="5068928"/>
                  <a:pt x="288601" y="5075970"/>
                  <a:pt x="288488" y="5082216"/>
                </a:cubicBezTo>
                <a:cubicBezTo>
                  <a:pt x="292282" y="5088207"/>
                  <a:pt x="287008" y="5117775"/>
                  <a:pt x="282763" y="5127114"/>
                </a:cubicBezTo>
                <a:cubicBezTo>
                  <a:pt x="267723" y="5152218"/>
                  <a:pt x="280799" y="5182399"/>
                  <a:pt x="269316" y="5202682"/>
                </a:cubicBezTo>
                <a:cubicBezTo>
                  <a:pt x="267050" y="5219969"/>
                  <a:pt x="268614" y="5225841"/>
                  <a:pt x="269174" y="5230835"/>
                </a:cubicBezTo>
                <a:lnTo>
                  <a:pt x="272679" y="5232660"/>
                </a:lnTo>
                <a:lnTo>
                  <a:pt x="272160" y="5241150"/>
                </a:lnTo>
                <a:lnTo>
                  <a:pt x="272760" y="5243156"/>
                </a:lnTo>
                <a:cubicBezTo>
                  <a:pt x="273922" y="5246984"/>
                  <a:pt x="274952" y="5250824"/>
                  <a:pt x="275462" y="5254919"/>
                </a:cubicBezTo>
                <a:cubicBezTo>
                  <a:pt x="258407" y="5258851"/>
                  <a:pt x="276976" y="5290392"/>
                  <a:pt x="262897" y="5286259"/>
                </a:cubicBezTo>
                <a:cubicBezTo>
                  <a:pt x="262724" y="5309439"/>
                  <a:pt x="239612" y="5337531"/>
                  <a:pt x="252761" y="5357801"/>
                </a:cubicBezTo>
                <a:cubicBezTo>
                  <a:pt x="248775" y="5392256"/>
                  <a:pt x="247799" y="5423412"/>
                  <a:pt x="242360" y="5460080"/>
                </a:cubicBezTo>
                <a:cubicBezTo>
                  <a:pt x="232632" y="5488478"/>
                  <a:pt x="242025" y="5519143"/>
                  <a:pt x="229880" y="5539714"/>
                </a:cubicBezTo>
                <a:cubicBezTo>
                  <a:pt x="230558" y="5572454"/>
                  <a:pt x="222150" y="5613340"/>
                  <a:pt x="204283" y="5639080"/>
                </a:cubicBezTo>
                <a:cubicBezTo>
                  <a:pt x="201596" y="5674226"/>
                  <a:pt x="191051" y="5680198"/>
                  <a:pt x="198948" y="5710958"/>
                </a:cubicBezTo>
                <a:cubicBezTo>
                  <a:pt x="196338" y="5713534"/>
                  <a:pt x="194185" y="5716550"/>
                  <a:pt x="192367" y="5719859"/>
                </a:cubicBezTo>
                <a:lnTo>
                  <a:pt x="188035" y="5729935"/>
                </a:lnTo>
                <a:lnTo>
                  <a:pt x="188428" y="5731182"/>
                </a:lnTo>
                <a:lnTo>
                  <a:pt x="181635" y="5753538"/>
                </a:lnTo>
                <a:lnTo>
                  <a:pt x="169744" y="5796307"/>
                </a:lnTo>
                <a:lnTo>
                  <a:pt x="170351" y="5796644"/>
                </a:lnTo>
                <a:cubicBezTo>
                  <a:pt x="171558" y="5797954"/>
                  <a:pt x="172173" y="5799948"/>
                  <a:pt x="171559" y="5803435"/>
                </a:cubicBezTo>
                <a:cubicBezTo>
                  <a:pt x="182664" y="5798231"/>
                  <a:pt x="175075" y="5805646"/>
                  <a:pt x="172284" y="5816391"/>
                </a:cubicBezTo>
                <a:cubicBezTo>
                  <a:pt x="188911" y="5810703"/>
                  <a:pt x="174844" y="5841128"/>
                  <a:pt x="182542" y="5846382"/>
                </a:cubicBezTo>
                <a:cubicBezTo>
                  <a:pt x="180118" y="5854404"/>
                  <a:pt x="177856" y="5862781"/>
                  <a:pt x="175877" y="5871336"/>
                </a:cubicBezTo>
                <a:lnTo>
                  <a:pt x="174910" y="5876376"/>
                </a:lnTo>
                <a:lnTo>
                  <a:pt x="175047" y="5876483"/>
                </a:lnTo>
                <a:cubicBezTo>
                  <a:pt x="175167" y="5877594"/>
                  <a:pt x="174973" y="5879257"/>
                  <a:pt x="174335" y="5881814"/>
                </a:cubicBezTo>
                <a:lnTo>
                  <a:pt x="171273" y="5895339"/>
                </a:lnTo>
                <a:cubicBezTo>
                  <a:pt x="171401" y="5896476"/>
                  <a:pt x="171530" y="5897612"/>
                  <a:pt x="171658" y="5898749"/>
                </a:cubicBezTo>
                <a:lnTo>
                  <a:pt x="174658" y="5919558"/>
                </a:lnTo>
                <a:cubicBezTo>
                  <a:pt x="173958" y="5933601"/>
                  <a:pt x="171208" y="5962838"/>
                  <a:pt x="169099" y="5984417"/>
                </a:cubicBezTo>
                <a:cubicBezTo>
                  <a:pt x="162916" y="6005205"/>
                  <a:pt x="164971" y="6025162"/>
                  <a:pt x="162007" y="6049043"/>
                </a:cubicBezTo>
                <a:cubicBezTo>
                  <a:pt x="150795" y="6073830"/>
                  <a:pt x="160091" y="6088483"/>
                  <a:pt x="156875" y="6114000"/>
                </a:cubicBezTo>
                <a:cubicBezTo>
                  <a:pt x="141597" y="6134477"/>
                  <a:pt x="163381" y="6133378"/>
                  <a:pt x="165441" y="6146938"/>
                </a:cubicBezTo>
                <a:lnTo>
                  <a:pt x="165177" y="6150658"/>
                </a:lnTo>
                <a:lnTo>
                  <a:pt x="161772" y="6160011"/>
                </a:lnTo>
                <a:lnTo>
                  <a:pt x="160051" y="6163393"/>
                </a:lnTo>
                <a:cubicBezTo>
                  <a:pt x="159032" y="6165775"/>
                  <a:pt x="158564" y="6167421"/>
                  <a:pt x="158473" y="6168628"/>
                </a:cubicBezTo>
                <a:cubicBezTo>
                  <a:pt x="158506" y="6168685"/>
                  <a:pt x="158540" y="6168742"/>
                  <a:pt x="158573" y="6168799"/>
                </a:cubicBezTo>
                <a:lnTo>
                  <a:pt x="146463" y="6196671"/>
                </a:lnTo>
                <a:cubicBezTo>
                  <a:pt x="152348" y="6205503"/>
                  <a:pt x="134460" y="6231012"/>
                  <a:pt x="150209" y="6232365"/>
                </a:cubicBezTo>
                <a:cubicBezTo>
                  <a:pt x="145821" y="6242321"/>
                  <a:pt x="137774" y="6246719"/>
                  <a:pt x="148544" y="6246162"/>
                </a:cubicBezTo>
                <a:cubicBezTo>
                  <a:pt x="147378" y="6249522"/>
                  <a:pt x="147566" y="6251866"/>
                  <a:pt x="148403" y="6253754"/>
                </a:cubicBezTo>
                <a:lnTo>
                  <a:pt x="138880" y="6276449"/>
                </a:lnTo>
                <a:cubicBezTo>
                  <a:pt x="138814" y="6277540"/>
                  <a:pt x="138749" y="6278630"/>
                  <a:pt x="138683" y="6279721"/>
                </a:cubicBezTo>
                <a:lnTo>
                  <a:pt x="130721" y="6293675"/>
                </a:lnTo>
                <a:lnTo>
                  <a:pt x="120717" y="6313967"/>
                </a:lnTo>
                <a:cubicBezTo>
                  <a:pt x="120758" y="6314457"/>
                  <a:pt x="120800" y="6314947"/>
                  <a:pt x="120841" y="6315437"/>
                </a:cubicBezTo>
                <a:lnTo>
                  <a:pt x="115208" y="6324024"/>
                </a:lnTo>
                <a:cubicBezTo>
                  <a:pt x="113007" y="6326672"/>
                  <a:pt x="103991" y="6364381"/>
                  <a:pt x="101217" y="6365923"/>
                </a:cubicBezTo>
                <a:lnTo>
                  <a:pt x="74946" y="6556817"/>
                </a:lnTo>
                <a:cubicBezTo>
                  <a:pt x="55357" y="6665926"/>
                  <a:pt x="35695" y="6744075"/>
                  <a:pt x="16001" y="6808678"/>
                </a:cubicBezTo>
                <a:lnTo>
                  <a:pt x="0" y="6858000"/>
                </a:lnTo>
                <a:lnTo>
                  <a:pt x="5734864" y="6858000"/>
                </a:lnTo>
                <a:lnTo>
                  <a:pt x="5734864"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19C3FA78-5E4F-CD31-DEF9-67A49572735E}"/>
              </a:ext>
            </a:extLst>
          </p:cNvPr>
          <p:cNvSpPr>
            <a:spLocks noGrp="1"/>
          </p:cNvSpPr>
          <p:nvPr>
            <p:ph type="title"/>
          </p:nvPr>
        </p:nvSpPr>
        <p:spPr>
          <a:xfrm>
            <a:off x="773408" y="992094"/>
            <a:ext cx="3616913" cy="2795160"/>
          </a:xfrm>
        </p:spPr>
        <p:txBody>
          <a:bodyPr vert="horz" lIns="91440" tIns="45720" rIns="91440" bIns="45720" rtlCol="0" anchor="b">
            <a:normAutofit/>
          </a:bodyPr>
          <a:lstStyle/>
          <a:p>
            <a:pPr defTabSz="914400">
              <a:lnSpc>
                <a:spcPct val="90000"/>
              </a:lnSpc>
            </a:pPr>
            <a:r>
              <a:rPr lang="en-US" kern="1200">
                <a:solidFill>
                  <a:schemeClr val="tx1"/>
                </a:solidFill>
                <a:latin typeface="+mj-lt"/>
                <a:ea typeface="+mj-ea"/>
                <a:cs typeface="+mj-cs"/>
              </a:rPr>
              <a:t>Design Grid</a:t>
            </a:r>
          </a:p>
        </p:txBody>
      </p:sp>
      <p:pic>
        <p:nvPicPr>
          <p:cNvPr id="7" name="Picture 6">
            <a:extLst>
              <a:ext uri="{FF2B5EF4-FFF2-40B4-BE49-F238E27FC236}">
                <a16:creationId xmlns:a16="http://schemas.microsoft.com/office/drawing/2014/main" id="{E06DB17F-C4E7-76B8-F1C6-EB5E1D32D258}"/>
              </a:ext>
            </a:extLst>
          </p:cNvPr>
          <p:cNvPicPr>
            <a:picLocks noChangeAspect="1"/>
          </p:cNvPicPr>
          <p:nvPr/>
        </p:nvPicPr>
        <p:blipFill>
          <a:blip r:embed="rId3"/>
          <a:stretch>
            <a:fillRect/>
          </a:stretch>
        </p:blipFill>
        <p:spPr>
          <a:xfrm>
            <a:off x="5895751" y="688133"/>
            <a:ext cx="5708649" cy="5451759"/>
          </a:xfrm>
          <a:prstGeom prst="rect">
            <a:avLst/>
          </a:prstGeom>
        </p:spPr>
      </p:pic>
    </p:spTree>
    <p:extLst>
      <p:ext uri="{BB962C8B-B14F-4D97-AF65-F5344CB8AC3E}">
        <p14:creationId xmlns:p14="http://schemas.microsoft.com/office/powerpoint/2010/main" val="409465145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7CEE9-3D19-0592-30A4-AB1A738517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51110E-D4DB-AB8B-2871-5F3284CFA3ED}"/>
              </a:ext>
            </a:extLst>
          </p:cNvPr>
          <p:cNvSpPr>
            <a:spLocks noGrp="1"/>
          </p:cNvSpPr>
          <p:nvPr>
            <p:ph type="title"/>
          </p:nvPr>
        </p:nvSpPr>
        <p:spPr/>
        <p:txBody>
          <a:bodyPr/>
          <a:lstStyle/>
          <a:p>
            <a:pPr algn="l"/>
            <a:r>
              <a:rPr lang="en-US">
                <a:latin typeface="Franklin Gothic Demi" panose="020B0703020102020204" pitchFamily="34" charset="0"/>
              </a:rPr>
              <a:t>Study Significance</a:t>
            </a:r>
            <a:endParaRPr>
              <a:latin typeface="Franklin Gothic Demi" panose="020B0703020102020204" pitchFamily="34" charset="0"/>
            </a:endParaRPr>
          </a:p>
        </p:txBody>
      </p:sp>
      <p:sp>
        <p:nvSpPr>
          <p:cNvPr id="4" name="Content Placeholder 2">
            <a:extLst>
              <a:ext uri="{FF2B5EF4-FFF2-40B4-BE49-F238E27FC236}">
                <a16:creationId xmlns:a16="http://schemas.microsoft.com/office/drawing/2014/main" id="{B64A999C-23E8-45BD-B036-C6D1D2126E28}"/>
              </a:ext>
            </a:extLst>
          </p:cNvPr>
          <p:cNvSpPr>
            <a:spLocks noGrp="1"/>
          </p:cNvSpPr>
          <p:nvPr>
            <p:ph idx="1"/>
          </p:nvPr>
        </p:nvSpPr>
        <p:spPr>
          <a:xfrm>
            <a:off x="609600" y="1600201"/>
            <a:ext cx="10972800" cy="4983161"/>
          </a:xfrm>
        </p:spPr>
        <p:txBody>
          <a:bodyPr>
            <a:normAutofit fontScale="92500" lnSpcReduction="20000"/>
          </a:bodyPr>
          <a:lstStyle/>
          <a:p>
            <a:r>
              <a:rPr lang="en-US"/>
              <a:t>Addresses methodological gap in literature: Lack of systematic guidance on how to handle extreme values in HCE data</a:t>
            </a:r>
          </a:p>
          <a:p>
            <a:r>
              <a:rPr lang="en-US"/>
              <a:t>Provides simulation-based comparison of estimator performance across range of realistic data conditions.</a:t>
            </a:r>
          </a:p>
          <a:p>
            <a:r>
              <a:rPr lang="en-US"/>
              <a:t>Findings offer guidance for applied researchers seeking to balance need for robust estimation with realities of skewed, high-variance data.</a:t>
            </a:r>
          </a:p>
          <a:p>
            <a:r>
              <a:rPr lang="en-US"/>
              <a:t>Contributes to more transparent and evidence-based approach to data preprocessing in the estimation of costs of healthcare delivery in health services research</a:t>
            </a:r>
          </a:p>
          <a:p>
            <a:r>
              <a:rPr lang="en-US"/>
              <a:t>Broader implications for policy-relevant research</a:t>
            </a:r>
          </a:p>
        </p:txBody>
      </p:sp>
    </p:spTree>
    <p:extLst>
      <p:ext uri="{BB962C8B-B14F-4D97-AF65-F5344CB8AC3E}">
        <p14:creationId xmlns:p14="http://schemas.microsoft.com/office/powerpoint/2010/main" val="14904205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a:latin typeface="Franklin Gothic Demi" panose="020B0703020102020204" pitchFamily="34" charset="0"/>
              </a:rPr>
              <a:t>Data Transformations</a:t>
            </a:r>
            <a:endParaRPr>
              <a:latin typeface="Franklin Gothic Demi" panose="020B0703020102020204" pitchFamily="34" charset="0"/>
            </a:endParaRPr>
          </a:p>
        </p:txBody>
      </p:sp>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b="1"/>
              <a:t>Data </a:t>
            </a:r>
            <a:r>
              <a:rPr b="1"/>
              <a:t>Transformation</a:t>
            </a:r>
            <a:endParaRPr lang="en-US" b="1"/>
          </a:p>
          <a:p>
            <a:pPr lvl="1">
              <a:buFont typeface="Arial" panose="020B0604020202020204" pitchFamily="34" charset="0"/>
              <a:buChar char="•"/>
            </a:pPr>
            <a:r>
              <a:rPr lang="en-US" b="1"/>
              <a:t>Power Transformations (Box-Cox Transformations)</a:t>
            </a:r>
          </a:p>
          <a:p>
            <a:pPr lvl="1">
              <a:buFont typeface="Arial" panose="020B0604020202020204" pitchFamily="34" charset="0"/>
              <a:buChar char="•"/>
            </a:pPr>
            <a:r>
              <a:rPr lang="en-US" b="1"/>
              <a:t>Log Transformation</a:t>
            </a:r>
            <a:endParaRPr b="1"/>
          </a:p>
          <a:p>
            <a:pPr>
              <a:buFont typeface="Arial" panose="020B0604020202020204" pitchFamily="34" charset="0"/>
              <a:buChar char="•"/>
            </a:pPr>
            <a:r>
              <a:rPr lang="en-US">
                <a:solidFill>
                  <a:schemeClr val="bg1">
                    <a:lumMod val="65000"/>
                  </a:schemeClr>
                </a:solidFill>
              </a:rPr>
              <a:t>Data Treatment</a:t>
            </a:r>
          </a:p>
          <a:p>
            <a:pPr lvl="1">
              <a:buFont typeface="Arial" panose="020B0604020202020204" pitchFamily="34" charset="0"/>
              <a:buChar char="•"/>
            </a:pPr>
            <a:r>
              <a:rPr>
                <a:solidFill>
                  <a:schemeClr val="bg1">
                    <a:lumMod val="65000"/>
                  </a:schemeClr>
                </a:solidFill>
              </a:rPr>
              <a:t>Truncation</a:t>
            </a:r>
            <a:endParaRPr lang="en-US">
              <a:solidFill>
                <a:schemeClr val="bg1">
                  <a:lumMod val="65000"/>
                </a:schemeClr>
              </a:solidFill>
            </a:endParaRPr>
          </a:p>
          <a:p>
            <a:pPr lvl="1">
              <a:buFont typeface="Arial" panose="020B0604020202020204" pitchFamily="34" charset="0"/>
              <a:buChar char="•"/>
            </a:pPr>
            <a:r>
              <a:rPr lang="en-US">
                <a:solidFill>
                  <a:schemeClr val="bg1">
                    <a:lumMod val="65000"/>
                  </a:schemeClr>
                </a:solidFill>
              </a:rPr>
              <a:t>Winsorization</a:t>
            </a:r>
          </a:p>
          <a:p>
            <a:pPr lvl="1">
              <a:buFont typeface="Arial" panose="020B0604020202020204" pitchFamily="34" charset="0"/>
              <a:buChar char="•"/>
            </a:pPr>
            <a:r>
              <a:rPr lang="en-US">
                <a:solidFill>
                  <a:schemeClr val="bg1">
                    <a:lumMod val="65000"/>
                  </a:schemeClr>
                </a:solidFill>
              </a:rPr>
              <a:t>Top-coding</a:t>
            </a:r>
            <a:endParaRPr>
              <a:solidFill>
                <a:schemeClr val="bg1">
                  <a:lumMod val="65000"/>
                </a:schemeClr>
              </a:solidFill>
            </a:endParaRPr>
          </a:p>
          <a:p>
            <a:pPr>
              <a:buFont typeface="Arial" panose="020B0604020202020204" pitchFamily="34" charset="0"/>
              <a:buChar char="•"/>
            </a:pPr>
            <a:r>
              <a:rPr lang="en-US">
                <a:solidFill>
                  <a:schemeClr val="bg1">
                    <a:lumMod val="65000"/>
                  </a:schemeClr>
                </a:solidFill>
              </a:rPr>
              <a:t>Modeling</a:t>
            </a:r>
          </a:p>
          <a:p>
            <a:pPr marL="0" indent="0">
              <a:buNone/>
            </a:pPr>
            <a:endParaRPr lang="en-US"/>
          </a:p>
        </p:txBody>
      </p:sp>
    </p:spTree>
    <p:extLst>
      <p:ext uri="{BB962C8B-B14F-4D97-AF65-F5344CB8AC3E}">
        <p14:creationId xmlns:p14="http://schemas.microsoft.com/office/powerpoint/2010/main" val="28317398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a:latin typeface="Franklin Gothic Demi" panose="020B0703020102020204" pitchFamily="34" charset="0"/>
              </a:rPr>
              <a:t>Power (Box-Cox) Transformations</a:t>
            </a:r>
            <a:endParaRPr>
              <a:latin typeface="Franklin Gothic Demi" panose="020B0703020102020204" pitchFamily="34" charset="0"/>
            </a:endParaRPr>
          </a:p>
        </p:txBody>
      </p:sp>
      <p:sp>
        <p:nvSpPr>
          <p:cNvPr id="3" name="Content Placeholder 2"/>
          <p:cNvSpPr>
            <a:spLocks noGrp="1"/>
          </p:cNvSpPr>
          <p:nvPr>
            <p:ph idx="1"/>
          </p:nvPr>
        </p:nvSpPr>
        <p:spPr/>
        <p:txBody>
          <a:bodyPr>
            <a:normAutofit/>
          </a:bodyPr>
          <a:lstStyle/>
          <a:p>
            <a:r>
              <a:rPr lang="en-US" b="1"/>
              <a:t>Definition</a:t>
            </a:r>
            <a:r>
              <a:rPr lang="en-US"/>
              <a:t>: Any transformation that raises numbers to an exponent (e.g., square root transformation, inverse transformation)</a:t>
            </a:r>
          </a:p>
          <a:p>
            <a:r>
              <a:rPr lang="en-US" b="1"/>
              <a:t>Application Examples</a:t>
            </a:r>
            <a:r>
              <a:rPr lang="en-US"/>
              <a:t>: Square root function most common</a:t>
            </a:r>
          </a:p>
          <a:p>
            <a:r>
              <a:rPr lang="en-US" b="1"/>
              <a:t>Strengths</a:t>
            </a:r>
            <a:r>
              <a:rPr lang="en-US"/>
              <a:t>: Render a continuous variable more symmetric, improve normality</a:t>
            </a:r>
          </a:p>
          <a:p>
            <a:r>
              <a:rPr lang="en-US" b="1"/>
              <a:t>Limitations</a:t>
            </a:r>
            <a:r>
              <a:rPr lang="en-US"/>
              <a:t>: Back transformations will cause problems as estimates will be biased by the process </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a:latin typeface="Franklin Gothic Demi" panose="020B0703020102020204" pitchFamily="34" charset="0"/>
              </a:rPr>
              <a:t>Log Transformation</a:t>
            </a:r>
            <a:endParaRPr>
              <a:latin typeface="Franklin Gothic Demi" panose="020B0703020102020204" pitchFamily="34" charset="0"/>
            </a:endParaRPr>
          </a:p>
        </p:txBody>
      </p:sp>
      <p:sp>
        <p:nvSpPr>
          <p:cNvPr id="3" name="Content Placeholder 2"/>
          <p:cNvSpPr>
            <a:spLocks noGrp="1"/>
          </p:cNvSpPr>
          <p:nvPr>
            <p:ph idx="1"/>
          </p:nvPr>
        </p:nvSpPr>
        <p:spPr>
          <a:xfrm>
            <a:off x="609600" y="1600202"/>
            <a:ext cx="10972800" cy="4721086"/>
          </a:xfrm>
        </p:spPr>
        <p:txBody>
          <a:bodyPr>
            <a:normAutofit fontScale="77500" lnSpcReduction="20000"/>
          </a:bodyPr>
          <a:lstStyle/>
          <a:p>
            <a:r>
              <a:rPr lang="en-US"/>
              <a:t>Special case of the Box-Cox transformation</a:t>
            </a:r>
          </a:p>
          <a:p>
            <a:r>
              <a:rPr lang="en-US" b="1"/>
              <a:t>Definition</a:t>
            </a:r>
            <a:r>
              <a:rPr lang="en-US"/>
              <a:t>: Target variables replaced with </a:t>
            </a:r>
            <a:r>
              <a:rPr lang="en-US" i="1"/>
              <a:t>log(x)</a:t>
            </a:r>
            <a:r>
              <a:rPr lang="en-US"/>
              <a:t>, where base of log determined by analyst. If error term not normally distributed but is homoscedastic, smearing estimator is applied</a:t>
            </a:r>
          </a:p>
          <a:p>
            <a:r>
              <a:rPr lang="en-US" b="1"/>
              <a:t>Application Examples</a:t>
            </a:r>
            <a:r>
              <a:rPr lang="en-US"/>
              <a:t>: So common in HCE data it seems “automatic response”</a:t>
            </a:r>
            <a:endParaRPr lang="en-US" b="1"/>
          </a:p>
          <a:p>
            <a:r>
              <a:rPr lang="en-US" b="1"/>
              <a:t>Strengths</a:t>
            </a:r>
            <a:r>
              <a:rPr lang="en-US"/>
              <a:t>: Render a continuous variable more symmetric, improve normality</a:t>
            </a:r>
          </a:p>
          <a:p>
            <a:r>
              <a:rPr lang="en-US" b="1"/>
              <a:t>Limitations</a:t>
            </a:r>
            <a:r>
              <a:rPr lang="en-US"/>
              <a:t>: </a:t>
            </a:r>
          </a:p>
          <a:p>
            <a:pPr lvl="1">
              <a:buFont typeface="Arial" panose="020B0604020202020204" pitchFamily="34" charset="0"/>
              <a:buChar char="•"/>
            </a:pPr>
            <a:r>
              <a:rPr lang="en-US"/>
              <a:t>Leads to biased estimations</a:t>
            </a:r>
          </a:p>
          <a:p>
            <a:pPr lvl="1">
              <a:buFont typeface="Arial" panose="020B0604020202020204" pitchFamily="34" charset="0"/>
              <a:buChar char="•"/>
            </a:pPr>
            <a:r>
              <a:rPr lang="en-US"/>
              <a:t>Back transformations will cause problems as estimates will be biased by the process </a:t>
            </a:r>
          </a:p>
          <a:p>
            <a:pPr lvl="2">
              <a:buFont typeface="Arial" panose="020B0604020202020204" pitchFamily="34" charset="0"/>
              <a:buChar char="•"/>
            </a:pPr>
            <a:r>
              <a:rPr lang="en-US"/>
              <a:t>These models “invariably do worse than linear models once this is done” (Randall P. Ellis, 2018)</a:t>
            </a:r>
          </a:p>
          <a:p>
            <a:pPr lvl="1">
              <a:buFont typeface="Arial" panose="020B0604020202020204" pitchFamily="34" charset="0"/>
              <a:buChar char="•"/>
            </a:pPr>
            <a:r>
              <a:rPr lang="en-US"/>
              <a:t>Log of 0 undefined, so common practice is to add 1 to any values before taking log (which some authors say is not recommended as results tend to be very sensitive to methods of handling zeros)</a:t>
            </a:r>
          </a:p>
        </p:txBody>
      </p:sp>
    </p:spTree>
    <p:extLst>
      <p:ext uri="{BB962C8B-B14F-4D97-AF65-F5344CB8AC3E}">
        <p14:creationId xmlns:p14="http://schemas.microsoft.com/office/powerpoint/2010/main" val="3299991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a:latin typeface="Franklin Gothic Demi" panose="020B0703020102020204" pitchFamily="34" charset="0"/>
              </a:rPr>
              <a:t>Data Treatment</a:t>
            </a:r>
            <a:endParaRPr>
              <a:latin typeface="Franklin Gothic Demi" panose="020B0703020102020204" pitchFamily="34" charset="0"/>
            </a:endParaRPr>
          </a:p>
        </p:txBody>
      </p:sp>
      <p:sp>
        <p:nvSpPr>
          <p:cNvPr id="3" name="Content Placeholder 2"/>
          <p:cNvSpPr>
            <a:spLocks noGrp="1"/>
          </p:cNvSpPr>
          <p:nvPr>
            <p:ph idx="1"/>
          </p:nvPr>
        </p:nvSpPr>
        <p:spPr/>
        <p:txBody>
          <a:bodyPr/>
          <a:lstStyle/>
          <a:p>
            <a:r>
              <a:t>Methods:</a:t>
            </a:r>
          </a:p>
          <a:p>
            <a:pPr lvl="1">
              <a:buFont typeface="Arial" panose="020B0604020202020204" pitchFamily="34" charset="0"/>
              <a:buChar char="•"/>
            </a:pPr>
            <a:r>
              <a:t>Winsorization</a:t>
            </a:r>
          </a:p>
          <a:p>
            <a:pPr lvl="1">
              <a:buFont typeface="Arial" panose="020B0604020202020204" pitchFamily="34" charset="0"/>
              <a:buChar char="•"/>
            </a:pPr>
            <a:r>
              <a:t>Top-coding</a:t>
            </a:r>
          </a:p>
          <a:p>
            <a:pPr lvl="1">
              <a:buFont typeface="Arial" panose="020B0604020202020204" pitchFamily="34" charset="0"/>
              <a:buChar char="•"/>
            </a:pPr>
            <a:r>
              <a:t>Mean/Median preserved</a:t>
            </a:r>
          </a:p>
        </p:txBody>
      </p:sp>
    </p:spTree>
    <p:extLst>
      <p:ext uri="{BB962C8B-B14F-4D97-AF65-F5344CB8AC3E}">
        <p14:creationId xmlns:p14="http://schemas.microsoft.com/office/powerpoint/2010/main" val="39003409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Documentation Gaps</a:t>
            </a:r>
          </a:p>
        </p:txBody>
      </p:sp>
      <p:sp>
        <p:nvSpPr>
          <p:cNvPr id="3" name="Content Placeholder 2"/>
          <p:cNvSpPr>
            <a:spLocks noGrp="1"/>
          </p:cNvSpPr>
          <p:nvPr>
            <p:ph idx="1"/>
          </p:nvPr>
        </p:nvSpPr>
        <p:spPr/>
        <p:txBody>
          <a:bodyPr/>
          <a:lstStyle/>
          <a:p>
            <a:r>
              <a:t>Inconsistent reporting</a:t>
            </a:r>
          </a:p>
          <a:p>
            <a:r>
              <a:t>Lack of systematic evaluation</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Two-Part Model Explained</a:t>
            </a:r>
          </a:p>
        </p:txBody>
      </p:sp>
      <p:sp>
        <p:nvSpPr>
          <p:cNvPr id="3" name="Content Placeholder 2"/>
          <p:cNvSpPr>
            <a:spLocks noGrp="1"/>
          </p:cNvSpPr>
          <p:nvPr>
            <p:ph idx="1"/>
          </p:nvPr>
        </p:nvSpPr>
        <p:spPr/>
        <p:txBody>
          <a:bodyPr/>
          <a:lstStyle/>
          <a:p>
            <a:r>
              <a:t>Part 1: Logit for probability</a:t>
            </a:r>
          </a:p>
          <a:p>
            <a:r>
              <a:t>Part 2: GLM for positive costs</a:t>
            </a:r>
          </a:p>
        </p:txBody>
      </p:sp>
      <p:sp>
        <p:nvSpPr>
          <p:cNvPr id="4" name="TextBox 3"/>
          <p:cNvSpPr txBox="1"/>
          <p:nvPr/>
        </p:nvSpPr>
        <p:spPr>
          <a:xfrm>
            <a:off x="6096000" y="1828800"/>
            <a:ext cx="5021888" cy="923330"/>
          </a:xfrm>
          <a:prstGeom prst="rect">
            <a:avLst/>
          </a:prstGeom>
          <a:noFill/>
        </p:spPr>
        <p:txBody>
          <a:bodyPr wrap="none">
            <a:spAutoFit/>
          </a:bodyPr>
          <a:lstStyle/>
          <a:p>
            <a:r>
              <a:t>Two-Part Model:</a:t>
            </a:r>
          </a:p>
          <a:p>
            <a:r>
              <a:t>[Logit Model] -&gt; Predicts probability of positive cost</a:t>
            </a:r>
          </a:p>
          <a:p>
            <a:r>
              <a:t>[GLM Model] -&gt; Models positive costs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Empirical Data Summary</a:t>
            </a:r>
          </a:p>
        </p:txBody>
      </p:sp>
      <p:sp>
        <p:nvSpPr>
          <p:cNvPr id="3" name="Content Placeholder 2"/>
          <p:cNvSpPr>
            <a:spLocks noGrp="1"/>
          </p:cNvSpPr>
          <p:nvPr>
            <p:ph idx="1"/>
          </p:nvPr>
        </p:nvSpPr>
        <p:spPr/>
        <p:txBody>
          <a:bodyPr/>
          <a:lstStyle/>
          <a:p>
            <a:r>
              <a:t>MEPS data:</a:t>
            </a:r>
          </a:p>
          <a:p>
            <a:r>
              <a:t>- ACA expansion</a:t>
            </a:r>
          </a:p>
          <a:p>
            <a:r>
              <a:t>- N=16,640</a:t>
            </a:r>
          </a:p>
          <a:p>
            <a:r>
              <a:t>- Highly skewed costs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Pilot Study Results</a:t>
            </a:r>
          </a:p>
        </p:txBody>
      </p:sp>
      <p:sp>
        <p:nvSpPr>
          <p:cNvPr id="3" name="Content Placeholder 2"/>
          <p:cNvSpPr>
            <a:spLocks noGrp="1"/>
          </p:cNvSpPr>
          <p:nvPr>
            <p:ph idx="1"/>
          </p:nvPr>
        </p:nvSpPr>
        <p:spPr/>
        <p:txBody>
          <a:bodyPr/>
          <a:lstStyle/>
          <a:p>
            <a:r>
              <a:t>Raw estimates biased</a:t>
            </a:r>
          </a:p>
          <a:p>
            <a:r>
              <a:t>Top-coding improves bias</a:t>
            </a:r>
          </a:p>
          <a:p>
            <a:r>
              <a:t>Median-preserved best coverage</a:t>
            </a:r>
          </a:p>
        </p:txBody>
      </p:sp>
      <p:pic>
        <p:nvPicPr>
          <p:cNvPr id="4" name="Picture 3" descr="pilot_bias_chart.png"/>
          <p:cNvPicPr>
            <a:picLocks noChangeAspect="1"/>
          </p:cNvPicPr>
          <p:nvPr/>
        </p:nvPicPr>
        <p:blipFill>
          <a:blip r:embed="rId3"/>
          <a:stretch>
            <a:fillRect/>
          </a:stretch>
        </p:blipFill>
        <p:spPr>
          <a:xfrm>
            <a:off x="6096000" y="1828800"/>
            <a:ext cx="3657600" cy="274320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C9EAA-94D1-C30A-3B22-BD2FB01710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AAD3B6-7312-10B9-2E8A-A9433DE73C91}"/>
              </a:ext>
            </a:extLst>
          </p:cNvPr>
          <p:cNvSpPr>
            <a:spLocks noGrp="1"/>
          </p:cNvSpPr>
          <p:nvPr>
            <p:ph type="title"/>
          </p:nvPr>
        </p:nvSpPr>
        <p:spPr/>
        <p:txBody>
          <a:bodyPr/>
          <a:lstStyle/>
          <a:p>
            <a:r>
              <a:rPr lang="en-US"/>
              <a:t>Factorial ANOVA</a:t>
            </a:r>
            <a:endParaRPr/>
          </a:p>
        </p:txBody>
      </p:sp>
      <p:sp>
        <p:nvSpPr>
          <p:cNvPr id="3" name="Content Placeholder 2">
            <a:extLst>
              <a:ext uri="{FF2B5EF4-FFF2-40B4-BE49-F238E27FC236}">
                <a16:creationId xmlns:a16="http://schemas.microsoft.com/office/drawing/2014/main" id="{F437C6CD-52CF-4D93-778E-C311B88DC646}"/>
              </a:ext>
            </a:extLst>
          </p:cNvPr>
          <p:cNvSpPr>
            <a:spLocks noGrp="1"/>
          </p:cNvSpPr>
          <p:nvPr>
            <p:ph idx="1"/>
          </p:nvPr>
        </p:nvSpPr>
        <p:spPr/>
        <p:txBody>
          <a:bodyPr/>
          <a:lstStyle/>
          <a:p>
            <a:r>
              <a:rPr lang="en-US"/>
              <a:t>Plan to review (interactions, etc.) Will look at effect size, </a:t>
            </a:r>
          </a:p>
          <a:p>
            <a:r>
              <a:rPr lang="en-US"/>
              <a:t>Explain interaction first. (If 3-way interaction, have to interpret conditional effect)</a:t>
            </a:r>
            <a:endParaRPr/>
          </a:p>
        </p:txBody>
      </p:sp>
    </p:spTree>
    <p:extLst>
      <p:ext uri="{BB962C8B-B14F-4D97-AF65-F5344CB8AC3E}">
        <p14:creationId xmlns:p14="http://schemas.microsoft.com/office/powerpoint/2010/main" val="291085945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Expected Contributions</a:t>
            </a:r>
          </a:p>
        </p:txBody>
      </p:sp>
      <p:sp>
        <p:nvSpPr>
          <p:cNvPr id="3" name="Content Placeholder 2"/>
          <p:cNvSpPr>
            <a:spLocks noGrp="1"/>
          </p:cNvSpPr>
          <p:nvPr>
            <p:ph idx="1"/>
          </p:nvPr>
        </p:nvSpPr>
        <p:spPr/>
        <p:txBody>
          <a:bodyPr/>
          <a:lstStyle/>
          <a:p>
            <a:r>
              <a:t>Guidance for researchers</a:t>
            </a:r>
          </a:p>
          <a:p>
            <a:r>
              <a:t>Improved transparency</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Limitations &amp; Assumptions</a:t>
            </a:r>
          </a:p>
        </p:txBody>
      </p:sp>
      <p:sp>
        <p:nvSpPr>
          <p:cNvPr id="3" name="Content Placeholder 2"/>
          <p:cNvSpPr>
            <a:spLocks noGrp="1"/>
          </p:cNvSpPr>
          <p:nvPr>
            <p:ph idx="1"/>
          </p:nvPr>
        </p:nvSpPr>
        <p:spPr/>
        <p:txBody>
          <a:bodyPr/>
          <a:lstStyle/>
          <a:p>
            <a:r>
              <a:t>Simulation assumptions</a:t>
            </a:r>
          </a:p>
          <a:p>
            <a:r>
              <a:t>Focus on TPM+GLM</a:t>
            </a:r>
          </a:p>
          <a:p>
            <a:r>
              <a:t>Interaction term only</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Next Steps &amp; Timeline</a:t>
            </a:r>
          </a:p>
        </p:txBody>
      </p:sp>
      <p:sp>
        <p:nvSpPr>
          <p:cNvPr id="3" name="Content Placeholder 2"/>
          <p:cNvSpPr>
            <a:spLocks noGrp="1"/>
          </p:cNvSpPr>
          <p:nvPr>
            <p:ph idx="1"/>
          </p:nvPr>
        </p:nvSpPr>
        <p:spPr/>
        <p:txBody>
          <a:bodyPr/>
          <a:lstStyle/>
          <a:p>
            <a:r>
              <a:t>Complete full simulation</a:t>
            </a:r>
          </a:p>
          <a:p>
            <a:r>
              <a:t>Draft discussion</a:t>
            </a:r>
          </a:p>
          <a:p>
            <a:r>
              <a:t>Policy implications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50</Slides>
  <Notes>50</Notes>
  <HiddenSlides>6</HiddenSlides>
  <ScaleCrop>false</ScaleCrop>
  <HeadingPairs>
    <vt:vector size="4" baseType="variant">
      <vt:variant>
        <vt:lpstr>Theme</vt:lpstr>
      </vt:variant>
      <vt:variant>
        <vt:i4>1</vt:i4>
      </vt:variant>
      <vt:variant>
        <vt:lpstr>Slide Titles</vt:lpstr>
      </vt:variant>
      <vt:variant>
        <vt:i4>50</vt:i4>
      </vt:variant>
    </vt:vector>
  </HeadingPairs>
  <TitlesOfParts>
    <vt:vector size="51" baseType="lpstr">
      <vt:lpstr>Office Theme</vt:lpstr>
      <vt:lpstr>Transforming the Tail: Evaluating Top-Coding and Distributional Adjustments in Skewed Healthcare Expenditure Models</vt:lpstr>
      <vt:lpstr>Agenda</vt:lpstr>
      <vt:lpstr>Introduction</vt:lpstr>
      <vt:lpstr>The goal</vt:lpstr>
      <vt:lpstr>Introduction</vt:lpstr>
      <vt:lpstr>Healthcare Expenditure Modeling Challenges</vt:lpstr>
      <vt:lpstr>Healthcare Expenditure Challenges</vt:lpstr>
      <vt:lpstr>Healthcare Expenditure Modeling Challenges</vt:lpstr>
      <vt:lpstr>Healthcare Expenditure Challenges</vt:lpstr>
      <vt:lpstr>A Note on Extreme Values</vt:lpstr>
      <vt:lpstr>Heavy Skew: Scope of the Problem</vt:lpstr>
      <vt:lpstr>Healthcare Expenditure Challenges</vt:lpstr>
      <vt:lpstr>Healthcare Expenditure Challenges</vt:lpstr>
      <vt:lpstr>Healthcare Expenditure Challenges</vt:lpstr>
      <vt:lpstr>Healthcare Expenditure Challenges</vt:lpstr>
      <vt:lpstr>Healthcare Expenditure Challenges</vt:lpstr>
      <vt:lpstr>Healthcare Expenditure Challenges</vt:lpstr>
      <vt:lpstr>Healthcare Expenditure Challenges</vt:lpstr>
      <vt:lpstr>Healthcare Expenditure Challenges</vt:lpstr>
      <vt:lpstr>The Problem with OLS</vt:lpstr>
      <vt:lpstr>The Problem with OLS</vt:lpstr>
      <vt:lpstr>The Problem with OLS</vt:lpstr>
      <vt:lpstr>Alternatives to OLS</vt:lpstr>
      <vt:lpstr>Difference-in-Differences</vt:lpstr>
      <vt:lpstr>Difference-in-Differences: Example</vt:lpstr>
      <vt:lpstr>Difference-in-Differences</vt:lpstr>
      <vt:lpstr>Common Approaches to Handling Skew</vt:lpstr>
      <vt:lpstr>Purpose of the Study</vt:lpstr>
      <vt:lpstr>Two-Part Model</vt:lpstr>
      <vt:lpstr>Two-Part Model</vt:lpstr>
      <vt:lpstr>Top-Coding Strategies</vt:lpstr>
      <vt:lpstr>Simulation Design Overview</vt:lpstr>
      <vt:lpstr>Research Questions</vt:lpstr>
      <vt:lpstr>Literature Review</vt:lpstr>
      <vt:lpstr>Purpose of the Study</vt:lpstr>
      <vt:lpstr>Methodological Component</vt:lpstr>
      <vt:lpstr>Design Grid</vt:lpstr>
      <vt:lpstr>Study Significance</vt:lpstr>
      <vt:lpstr>Data Transformations</vt:lpstr>
      <vt:lpstr>Power (Box-Cox) Transformations</vt:lpstr>
      <vt:lpstr>Log Transformation</vt:lpstr>
      <vt:lpstr>Data Treatment</vt:lpstr>
      <vt:lpstr>Documentation Gaps</vt:lpstr>
      <vt:lpstr>Two-Part Model Explained</vt:lpstr>
      <vt:lpstr>Empirical Data Summary</vt:lpstr>
      <vt:lpstr>Pilot Study Results</vt:lpstr>
      <vt:lpstr>Factorial ANOVA</vt:lpstr>
      <vt:lpstr>Expected Contributions</vt:lpstr>
      <vt:lpstr>Limitations &amp; Assumptions</vt:lpstr>
      <vt:lpstr>Next Steps &amp; Timeline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Transforming the Tail: Evaluating Top-Coding and Distributional Adjustments in Skewed Healthcare Expenditure Models</dc:title>
  <dc:subject/>
  <dc:creator>Wiggins, Kimberly</dc:creator>
  <cp:keywords/>
  <dc:description>generated using python-pptx</dc:description>
  <cp:revision>1</cp:revision>
  <dcterms:created xsi:type="dcterms:W3CDTF">2013-01-27T09:14:16Z</dcterms:created>
  <dcterms:modified xsi:type="dcterms:W3CDTF">2025-12-02T18:25:28Z</dcterms:modified>
  <cp:category/>
</cp:coreProperties>
</file>